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264" r:id="rId2"/>
    <p:sldId id="263" r:id="rId3"/>
    <p:sldId id="282" r:id="rId4"/>
    <p:sldId id="288" r:id="rId5"/>
    <p:sldId id="286" r:id="rId6"/>
    <p:sldId id="285" r:id="rId7"/>
    <p:sldId id="295" r:id="rId8"/>
    <p:sldId id="275" r:id="rId9"/>
    <p:sldId id="276" r:id="rId10"/>
    <p:sldId id="277" r:id="rId11"/>
    <p:sldId id="278" r:id="rId12"/>
    <p:sldId id="279" r:id="rId13"/>
    <p:sldId id="289" r:id="rId14"/>
    <p:sldId id="290" r:id="rId15"/>
    <p:sldId id="291" r:id="rId16"/>
    <p:sldId id="292" r:id="rId17"/>
    <p:sldId id="293" r:id="rId18"/>
    <p:sldId id="270" r:id="rId19"/>
    <p:sldId id="271" r:id="rId20"/>
    <p:sldId id="272" r:id="rId21"/>
    <p:sldId id="273" r:id="rId22"/>
    <p:sldId id="274" r:id="rId23"/>
    <p:sldId id="265" r:id="rId24"/>
    <p:sldId id="266" r:id="rId25"/>
    <p:sldId id="267" r:id="rId26"/>
    <p:sldId id="294" r:id="rId27"/>
    <p:sldId id="268" r:id="rId28"/>
    <p:sldId id="269" r:id="rId29"/>
    <p:sldId id="280" r:id="rId30"/>
    <p:sldId id="287" r:id="rId31"/>
    <p:sldId id="281"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7E69"/>
    <a:srgbClr val="EC7E32"/>
    <a:srgbClr val="E77E32"/>
    <a:srgbClr val="E77E69"/>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90060E-3E7A-4E39-95E8-45BB1CF3DE68}" v="44" dt="2026-09-23T04:05:27.0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9" autoAdjust="0"/>
    <p:restoredTop sz="94660"/>
  </p:normalViewPr>
  <p:slideViewPr>
    <p:cSldViewPr snapToGrid="0">
      <p:cViewPr varScale="1">
        <p:scale>
          <a:sx n="82" d="100"/>
          <a:sy n="82" d="100"/>
        </p:scale>
        <p:origin x="67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a Vardhan" userId="51c1f197de70b828" providerId="LiveId" clId="{DE310B51-CC64-4D6E-8F4C-93006508D9ED}"/>
    <pc:docChg chg="undo custSel addSld delSld modSld sldOrd">
      <pc:chgData name="Harsha Vardhan" userId="51c1f197de70b828" providerId="LiveId" clId="{DE310B51-CC64-4D6E-8F4C-93006508D9ED}" dt="2026-09-23T12:26:10.899" v="600" actId="313"/>
      <pc:docMkLst>
        <pc:docMk/>
      </pc:docMkLst>
      <pc:sldChg chg="modSp mod">
        <pc:chgData name="Harsha Vardhan" userId="51c1f197de70b828" providerId="LiveId" clId="{DE310B51-CC64-4D6E-8F4C-93006508D9ED}" dt="2026-09-22T17:11:08.121" v="548" actId="114"/>
        <pc:sldMkLst>
          <pc:docMk/>
          <pc:sldMk cId="0" sldId="263"/>
        </pc:sldMkLst>
        <pc:spChg chg="mod">
          <ac:chgData name="Harsha Vardhan" userId="51c1f197de70b828" providerId="LiveId" clId="{DE310B51-CC64-4D6E-8F4C-93006508D9ED}" dt="2026-09-22T17:11:00.350" v="547" actId="114"/>
          <ac:spMkLst>
            <pc:docMk/>
            <pc:sldMk cId="0" sldId="263"/>
            <ac:spMk id="7" creationId="{A3D3E7E4-1329-F862-0642-863441EC452C}"/>
          </ac:spMkLst>
        </pc:spChg>
        <pc:spChg chg="mod">
          <ac:chgData name="Harsha Vardhan" userId="51c1f197de70b828" providerId="LiveId" clId="{DE310B51-CC64-4D6E-8F4C-93006508D9ED}" dt="2026-09-21T03:09:10.107" v="81" actId="20577"/>
          <ac:spMkLst>
            <pc:docMk/>
            <pc:sldMk cId="0" sldId="263"/>
            <ac:spMk id="14" creationId="{00000000-0000-0000-0000-000000000000}"/>
          </ac:spMkLst>
        </pc:spChg>
        <pc:spChg chg="mod">
          <ac:chgData name="Harsha Vardhan" userId="51c1f197de70b828" providerId="LiveId" clId="{DE310B51-CC64-4D6E-8F4C-93006508D9ED}" dt="2026-09-22T17:11:08.121" v="548" actId="114"/>
          <ac:spMkLst>
            <pc:docMk/>
            <pc:sldMk cId="0" sldId="263"/>
            <ac:spMk id="26" creationId="{6BA86A3B-3DFD-252E-3D78-A2D71379E1DE}"/>
          </ac:spMkLst>
        </pc:spChg>
      </pc:sldChg>
      <pc:sldChg chg="modSp mod">
        <pc:chgData name="Harsha Vardhan" userId="51c1f197de70b828" providerId="LiveId" clId="{DE310B51-CC64-4D6E-8F4C-93006508D9ED}" dt="2026-09-22T10:05:27.473" v="154" actId="20577"/>
        <pc:sldMkLst>
          <pc:docMk/>
          <pc:sldMk cId="0" sldId="264"/>
        </pc:sldMkLst>
        <pc:spChg chg="mod">
          <ac:chgData name="Harsha Vardhan" userId="51c1f197de70b828" providerId="LiveId" clId="{DE310B51-CC64-4D6E-8F4C-93006508D9ED}" dt="2026-09-22T10:05:27.473" v="154" actId="20577"/>
          <ac:spMkLst>
            <pc:docMk/>
            <pc:sldMk cId="0" sldId="264"/>
            <ac:spMk id="6" creationId="{00000000-0000-0000-0000-000000000000}"/>
          </ac:spMkLst>
        </pc:spChg>
      </pc:sldChg>
      <pc:sldChg chg="modSp mod">
        <pc:chgData name="Harsha Vardhan" userId="51c1f197de70b828" providerId="LiveId" clId="{DE310B51-CC64-4D6E-8F4C-93006508D9ED}" dt="2026-09-21T19:57:08.450" v="139" actId="12"/>
        <pc:sldMkLst>
          <pc:docMk/>
          <pc:sldMk cId="0" sldId="265"/>
        </pc:sldMkLst>
        <pc:spChg chg="mod">
          <ac:chgData name="Harsha Vardhan" userId="51c1f197de70b828" providerId="LiveId" clId="{DE310B51-CC64-4D6E-8F4C-93006508D9ED}" dt="2026-09-21T19:57:08.450" v="139" actId="12"/>
          <ac:spMkLst>
            <pc:docMk/>
            <pc:sldMk cId="0" sldId="265"/>
            <ac:spMk id="7" creationId="{00000000-0000-0000-0000-000000000000}"/>
          </ac:spMkLst>
        </pc:spChg>
      </pc:sldChg>
      <pc:sldChg chg="modSp mod">
        <pc:chgData name="Harsha Vardhan" userId="51c1f197de70b828" providerId="LiveId" clId="{DE310B51-CC64-4D6E-8F4C-93006508D9ED}" dt="2026-09-22T16:39:53.085" v="310" actId="20577"/>
        <pc:sldMkLst>
          <pc:docMk/>
          <pc:sldMk cId="0" sldId="266"/>
        </pc:sldMkLst>
        <pc:spChg chg="mod">
          <ac:chgData name="Harsha Vardhan" userId="51c1f197de70b828" providerId="LiveId" clId="{DE310B51-CC64-4D6E-8F4C-93006508D9ED}" dt="2026-09-22T16:39:53.085" v="310" actId="20577"/>
          <ac:spMkLst>
            <pc:docMk/>
            <pc:sldMk cId="0" sldId="266"/>
            <ac:spMk id="7" creationId="{00000000-0000-0000-0000-000000000000}"/>
          </ac:spMkLst>
        </pc:spChg>
      </pc:sldChg>
      <pc:sldChg chg="addSp delSp modSp mod">
        <pc:chgData name="Harsha Vardhan" userId="51c1f197de70b828" providerId="LiveId" clId="{DE310B51-CC64-4D6E-8F4C-93006508D9ED}" dt="2026-09-23T04:05:29.009" v="593"/>
        <pc:sldMkLst>
          <pc:docMk/>
          <pc:sldMk cId="0" sldId="267"/>
        </pc:sldMkLst>
        <pc:spChg chg="mod">
          <ac:chgData name="Harsha Vardhan" userId="51c1f197de70b828" providerId="LiveId" clId="{DE310B51-CC64-4D6E-8F4C-93006508D9ED}" dt="2026-09-23T04:05:02.101" v="590" actId="12"/>
          <ac:spMkLst>
            <pc:docMk/>
            <pc:sldMk cId="0" sldId="267"/>
            <ac:spMk id="7" creationId="{00000000-0000-0000-0000-000000000000}"/>
          </ac:spMkLst>
        </pc:spChg>
        <pc:spChg chg="add del mod">
          <ac:chgData name="Harsha Vardhan" userId="51c1f197de70b828" providerId="LiveId" clId="{DE310B51-CC64-4D6E-8F4C-93006508D9ED}" dt="2026-09-23T04:05:29.009" v="593"/>
          <ac:spMkLst>
            <pc:docMk/>
            <pc:sldMk cId="0" sldId="267"/>
            <ac:spMk id="8" creationId="{42445B04-BAF8-7DF6-9ABE-FC43F6B926B7}"/>
          </ac:spMkLst>
        </pc:spChg>
      </pc:sldChg>
      <pc:sldChg chg="modSp mod">
        <pc:chgData name="Harsha Vardhan" userId="51c1f197de70b828" providerId="LiveId" clId="{DE310B51-CC64-4D6E-8F4C-93006508D9ED}" dt="2026-09-22T16:41:48.893" v="331" actId="114"/>
        <pc:sldMkLst>
          <pc:docMk/>
          <pc:sldMk cId="0" sldId="268"/>
        </pc:sldMkLst>
        <pc:spChg chg="mod">
          <ac:chgData name="Harsha Vardhan" userId="51c1f197de70b828" providerId="LiveId" clId="{DE310B51-CC64-4D6E-8F4C-93006508D9ED}" dt="2026-09-21T20:00:14.754" v="153" actId="313"/>
          <ac:spMkLst>
            <pc:docMk/>
            <pc:sldMk cId="0" sldId="268"/>
            <ac:spMk id="10" creationId="{00000000-0000-0000-0000-000000000000}"/>
          </ac:spMkLst>
        </pc:spChg>
        <pc:spChg chg="mod">
          <ac:chgData name="Harsha Vardhan" userId="51c1f197de70b828" providerId="LiveId" clId="{DE310B51-CC64-4D6E-8F4C-93006508D9ED}" dt="2026-09-22T16:41:48.893" v="331" actId="114"/>
          <ac:spMkLst>
            <pc:docMk/>
            <pc:sldMk cId="0" sldId="268"/>
            <ac:spMk id="12" creationId="{00000000-0000-0000-0000-000000000000}"/>
          </ac:spMkLst>
        </pc:spChg>
      </pc:sldChg>
      <pc:sldChg chg="modSp mod">
        <pc:chgData name="Harsha Vardhan" userId="51c1f197de70b828" providerId="LiveId" clId="{DE310B51-CC64-4D6E-8F4C-93006508D9ED}" dt="2026-09-23T04:07:10.101" v="594" actId="114"/>
        <pc:sldMkLst>
          <pc:docMk/>
          <pc:sldMk cId="0" sldId="269"/>
        </pc:sldMkLst>
        <pc:spChg chg="mod">
          <ac:chgData name="Harsha Vardhan" userId="51c1f197de70b828" providerId="LiveId" clId="{DE310B51-CC64-4D6E-8F4C-93006508D9ED}" dt="2026-09-23T04:07:10.101" v="594" actId="114"/>
          <ac:spMkLst>
            <pc:docMk/>
            <pc:sldMk cId="0" sldId="269"/>
            <ac:spMk id="7" creationId="{00000000-0000-0000-0000-000000000000}"/>
          </ac:spMkLst>
        </pc:spChg>
      </pc:sldChg>
      <pc:sldChg chg="addSp delSp modSp mod">
        <pc:chgData name="Harsha Vardhan" userId="51c1f197de70b828" providerId="LiveId" clId="{DE310B51-CC64-4D6E-8F4C-93006508D9ED}" dt="2026-09-21T19:47:57.334" v="116" actId="1035"/>
        <pc:sldMkLst>
          <pc:docMk/>
          <pc:sldMk cId="0" sldId="270"/>
        </pc:sldMkLst>
        <pc:spChg chg="mod">
          <ac:chgData name="Harsha Vardhan" userId="51c1f197de70b828" providerId="LiveId" clId="{DE310B51-CC64-4D6E-8F4C-93006508D9ED}" dt="2026-09-21T19:47:57.334" v="116" actId="1035"/>
          <ac:spMkLst>
            <pc:docMk/>
            <pc:sldMk cId="0" sldId="270"/>
            <ac:spMk id="7" creationId="{00000000-0000-0000-0000-000000000000}"/>
          </ac:spMkLst>
        </pc:spChg>
      </pc:sldChg>
      <pc:sldChg chg="modSp mod">
        <pc:chgData name="Harsha Vardhan" userId="51c1f197de70b828" providerId="LiveId" clId="{DE310B51-CC64-4D6E-8F4C-93006508D9ED}" dt="2026-09-22T17:10:16.736" v="546" actId="20577"/>
        <pc:sldMkLst>
          <pc:docMk/>
          <pc:sldMk cId="0" sldId="271"/>
        </pc:sldMkLst>
        <pc:spChg chg="mod">
          <ac:chgData name="Harsha Vardhan" userId="51c1f197de70b828" providerId="LiveId" clId="{DE310B51-CC64-4D6E-8F4C-93006508D9ED}" dt="2026-09-22T17:10:16.736" v="546" actId="20577"/>
          <ac:spMkLst>
            <pc:docMk/>
            <pc:sldMk cId="0" sldId="271"/>
            <ac:spMk id="7" creationId="{00000000-0000-0000-0000-000000000000}"/>
          </ac:spMkLst>
        </pc:spChg>
      </pc:sldChg>
      <pc:sldChg chg="modSp mod">
        <pc:chgData name="Harsha Vardhan" userId="51c1f197de70b828" providerId="LiveId" clId="{DE310B51-CC64-4D6E-8F4C-93006508D9ED}" dt="2026-09-22T17:00:13.301" v="439" actId="2711"/>
        <pc:sldMkLst>
          <pc:docMk/>
          <pc:sldMk cId="0" sldId="272"/>
        </pc:sldMkLst>
        <pc:spChg chg="mod">
          <ac:chgData name="Harsha Vardhan" userId="51c1f197de70b828" providerId="LiveId" clId="{DE310B51-CC64-4D6E-8F4C-93006508D9ED}" dt="2026-09-22T17:00:13.301" v="439" actId="2711"/>
          <ac:spMkLst>
            <pc:docMk/>
            <pc:sldMk cId="0" sldId="272"/>
            <ac:spMk id="6" creationId="{00000000-0000-0000-0000-000000000000}"/>
          </ac:spMkLst>
        </pc:spChg>
        <pc:spChg chg="mod">
          <ac:chgData name="Harsha Vardhan" userId="51c1f197de70b828" providerId="LiveId" clId="{DE310B51-CC64-4D6E-8F4C-93006508D9ED}" dt="2026-09-22T17:00:04.584" v="438" actId="1076"/>
          <ac:spMkLst>
            <pc:docMk/>
            <pc:sldMk cId="0" sldId="272"/>
            <ac:spMk id="7" creationId="{00000000-0000-0000-0000-000000000000}"/>
          </ac:spMkLst>
        </pc:spChg>
      </pc:sldChg>
      <pc:sldChg chg="addSp delSp modSp mod">
        <pc:chgData name="Harsha Vardhan" userId="51c1f197de70b828" providerId="LiveId" clId="{DE310B51-CC64-4D6E-8F4C-93006508D9ED}" dt="2026-09-21T03:07:36.253" v="79" actId="14100"/>
        <pc:sldMkLst>
          <pc:docMk/>
          <pc:sldMk cId="0" sldId="273"/>
        </pc:sldMkLst>
        <pc:graphicFrameChg chg="add mod modGraphic">
          <ac:chgData name="Harsha Vardhan" userId="51c1f197de70b828" providerId="LiveId" clId="{DE310B51-CC64-4D6E-8F4C-93006508D9ED}" dt="2026-09-21T03:07:36.253" v="79" actId="14100"/>
          <ac:graphicFrameMkLst>
            <pc:docMk/>
            <pc:sldMk cId="0" sldId="273"/>
            <ac:graphicFrameMk id="12" creationId="{351C4206-0D49-36D0-FADC-776F44E1D1A8}"/>
          </ac:graphicFrameMkLst>
        </pc:graphicFrameChg>
      </pc:sldChg>
      <pc:sldChg chg="modSp mod">
        <pc:chgData name="Harsha Vardhan" userId="51c1f197de70b828" providerId="LiveId" clId="{DE310B51-CC64-4D6E-8F4C-93006508D9ED}" dt="2026-09-21T19:50:01.339" v="121" actId="12"/>
        <pc:sldMkLst>
          <pc:docMk/>
          <pc:sldMk cId="0" sldId="276"/>
        </pc:sldMkLst>
        <pc:spChg chg="mod">
          <ac:chgData name="Harsha Vardhan" userId="51c1f197de70b828" providerId="LiveId" clId="{DE310B51-CC64-4D6E-8F4C-93006508D9ED}" dt="2026-09-21T19:50:01.339" v="121" actId="12"/>
          <ac:spMkLst>
            <pc:docMk/>
            <pc:sldMk cId="0" sldId="276"/>
            <ac:spMk id="7" creationId="{00000000-0000-0000-0000-000000000000}"/>
          </ac:spMkLst>
        </pc:spChg>
      </pc:sldChg>
      <pc:sldChg chg="modSp mod">
        <pc:chgData name="Harsha Vardhan" userId="51c1f197de70b828" providerId="LiveId" clId="{DE310B51-CC64-4D6E-8F4C-93006508D9ED}" dt="2026-09-22T17:01:52.787" v="471" actId="20577"/>
        <pc:sldMkLst>
          <pc:docMk/>
          <pc:sldMk cId="0" sldId="277"/>
        </pc:sldMkLst>
        <pc:spChg chg="mod">
          <ac:chgData name="Harsha Vardhan" userId="51c1f197de70b828" providerId="LiveId" clId="{DE310B51-CC64-4D6E-8F4C-93006508D9ED}" dt="2026-09-22T17:01:52.787" v="471" actId="20577"/>
          <ac:spMkLst>
            <pc:docMk/>
            <pc:sldMk cId="0" sldId="277"/>
            <ac:spMk id="8" creationId="{00000000-0000-0000-0000-000000000000}"/>
          </ac:spMkLst>
        </pc:spChg>
      </pc:sldChg>
      <pc:sldChg chg="modSp mod">
        <pc:chgData name="Harsha Vardhan" userId="51c1f197de70b828" providerId="LiveId" clId="{DE310B51-CC64-4D6E-8F4C-93006508D9ED}" dt="2026-09-23T03:21:17.907" v="585" actId="114"/>
        <pc:sldMkLst>
          <pc:docMk/>
          <pc:sldMk cId="0" sldId="278"/>
        </pc:sldMkLst>
        <pc:spChg chg="mod">
          <ac:chgData name="Harsha Vardhan" userId="51c1f197de70b828" providerId="LiveId" clId="{DE310B51-CC64-4D6E-8F4C-93006508D9ED}" dt="2026-09-23T03:19:43.477" v="584" actId="20577"/>
          <ac:spMkLst>
            <pc:docMk/>
            <pc:sldMk cId="0" sldId="278"/>
            <ac:spMk id="10" creationId="{60F867E2-DA69-AF01-279A-D0C621299B6E}"/>
          </ac:spMkLst>
        </pc:spChg>
        <pc:spChg chg="mod">
          <ac:chgData name="Harsha Vardhan" userId="51c1f197de70b828" providerId="LiveId" clId="{DE310B51-CC64-4D6E-8F4C-93006508D9ED}" dt="2026-09-23T03:21:17.907" v="585" actId="114"/>
          <ac:spMkLst>
            <pc:docMk/>
            <pc:sldMk cId="0" sldId="278"/>
            <ac:spMk id="21" creationId="{E5FCC88D-247C-BA18-726F-FF45E33D5AEA}"/>
          </ac:spMkLst>
        </pc:spChg>
      </pc:sldChg>
      <pc:sldChg chg="modSp mod">
        <pc:chgData name="Harsha Vardhan" userId="51c1f197de70b828" providerId="LiveId" clId="{DE310B51-CC64-4D6E-8F4C-93006508D9ED}" dt="2026-09-23T03:21:44.595" v="586" actId="313"/>
        <pc:sldMkLst>
          <pc:docMk/>
          <pc:sldMk cId="0" sldId="279"/>
        </pc:sldMkLst>
        <pc:spChg chg="mod">
          <ac:chgData name="Harsha Vardhan" userId="51c1f197de70b828" providerId="LiveId" clId="{DE310B51-CC64-4D6E-8F4C-93006508D9ED}" dt="2026-09-23T03:21:44.595" v="586" actId="313"/>
          <ac:spMkLst>
            <pc:docMk/>
            <pc:sldMk cId="0" sldId="279"/>
            <ac:spMk id="7" creationId="{00000000-0000-0000-0000-000000000000}"/>
          </ac:spMkLst>
        </pc:spChg>
      </pc:sldChg>
      <pc:sldChg chg="addSp delSp modSp mod">
        <pc:chgData name="Harsha Vardhan" userId="51c1f197de70b828" providerId="LiveId" clId="{DE310B51-CC64-4D6E-8F4C-93006508D9ED}" dt="2026-09-22T15:06:46.368" v="233" actId="14100"/>
        <pc:sldMkLst>
          <pc:docMk/>
          <pc:sldMk cId="0" sldId="280"/>
        </pc:sldMkLst>
        <pc:graphicFrameChg chg="add mod modGraphic">
          <ac:chgData name="Harsha Vardhan" userId="51c1f197de70b828" providerId="LiveId" clId="{DE310B51-CC64-4D6E-8F4C-93006508D9ED}" dt="2026-09-22T15:06:46.368" v="233" actId="14100"/>
          <ac:graphicFrameMkLst>
            <pc:docMk/>
            <pc:sldMk cId="0" sldId="280"/>
            <ac:graphicFrameMk id="7" creationId="{FB94EFD8-5FE1-B088-7C91-DE601926F9B4}"/>
          </ac:graphicFrameMkLst>
        </pc:graphicFrameChg>
      </pc:sldChg>
      <pc:sldChg chg="modSp mod">
        <pc:chgData name="Harsha Vardhan" userId="51c1f197de70b828" providerId="LiveId" clId="{DE310B51-CC64-4D6E-8F4C-93006508D9ED}" dt="2026-09-22T17:11:38.667" v="550" actId="114"/>
        <pc:sldMkLst>
          <pc:docMk/>
          <pc:sldMk cId="2942424020" sldId="282"/>
        </pc:sldMkLst>
        <pc:spChg chg="mod">
          <ac:chgData name="Harsha Vardhan" userId="51c1f197de70b828" providerId="LiveId" clId="{DE310B51-CC64-4D6E-8F4C-93006508D9ED}" dt="2026-09-22T17:11:38.667" v="550" actId="114"/>
          <ac:spMkLst>
            <pc:docMk/>
            <pc:sldMk cId="2942424020" sldId="282"/>
            <ac:spMk id="6" creationId="{3238146F-5DA3-D442-0658-D4558BFA1CB2}"/>
          </ac:spMkLst>
        </pc:spChg>
      </pc:sldChg>
      <pc:sldChg chg="modSp mod">
        <pc:chgData name="Harsha Vardhan" userId="51c1f197de70b828" providerId="LiveId" clId="{DE310B51-CC64-4D6E-8F4C-93006508D9ED}" dt="2026-09-22T17:12:59.736" v="571" actId="114"/>
        <pc:sldMkLst>
          <pc:docMk/>
          <pc:sldMk cId="630287888" sldId="285"/>
        </pc:sldMkLst>
        <pc:spChg chg="mod">
          <ac:chgData name="Harsha Vardhan" userId="51c1f197de70b828" providerId="LiveId" clId="{DE310B51-CC64-4D6E-8F4C-93006508D9ED}" dt="2026-09-22T17:12:59.736" v="571" actId="114"/>
          <ac:spMkLst>
            <pc:docMk/>
            <pc:sldMk cId="630287888" sldId="285"/>
            <ac:spMk id="6" creationId="{A0F4E82D-C022-24B0-E7EB-74514A809C85}"/>
          </ac:spMkLst>
        </pc:spChg>
      </pc:sldChg>
      <pc:sldChg chg="addSp delSp modSp mod">
        <pc:chgData name="Harsha Vardhan" userId="51c1f197de70b828" providerId="LiveId" clId="{DE310B51-CC64-4D6E-8F4C-93006508D9ED}" dt="2026-09-22T14:32:29.519" v="212" actId="1076"/>
        <pc:sldMkLst>
          <pc:docMk/>
          <pc:sldMk cId="2677213593" sldId="286"/>
        </pc:sldMkLst>
        <pc:spChg chg="mod">
          <ac:chgData name="Harsha Vardhan" userId="51c1f197de70b828" providerId="LiveId" clId="{DE310B51-CC64-4D6E-8F4C-93006508D9ED}" dt="2026-09-22T13:47:23.847" v="163" actId="1076"/>
          <ac:spMkLst>
            <pc:docMk/>
            <pc:sldMk cId="2677213593" sldId="286"/>
            <ac:spMk id="7" creationId="{6FC507B1-3EBD-00F5-99A9-C01FA24CD069}"/>
          </ac:spMkLst>
        </pc:spChg>
        <pc:spChg chg="mod">
          <ac:chgData name="Harsha Vardhan" userId="51c1f197de70b828" providerId="LiveId" clId="{DE310B51-CC64-4D6E-8F4C-93006508D9ED}" dt="2026-09-22T13:48:51.941" v="173" actId="27636"/>
          <ac:spMkLst>
            <pc:docMk/>
            <pc:sldMk cId="2677213593" sldId="286"/>
            <ac:spMk id="8" creationId="{A9D3561E-5B9C-962A-7A7E-F44E83EA4A3B}"/>
          </ac:spMkLst>
        </pc:spChg>
        <pc:picChg chg="add del mod">
          <ac:chgData name="Harsha Vardhan" userId="51c1f197de70b828" providerId="LiveId" clId="{DE310B51-CC64-4D6E-8F4C-93006508D9ED}" dt="2026-09-22T13:48:34.452" v="168" actId="478"/>
          <ac:picMkLst>
            <pc:docMk/>
            <pc:sldMk cId="2677213593" sldId="286"/>
            <ac:picMk id="9" creationId="{D58F8892-8241-8D55-D8F0-AF5FB9B5E550}"/>
          </ac:picMkLst>
        </pc:picChg>
        <pc:picChg chg="add mod">
          <ac:chgData name="Harsha Vardhan" userId="51c1f197de70b828" providerId="LiveId" clId="{DE310B51-CC64-4D6E-8F4C-93006508D9ED}" dt="2026-09-22T14:32:29.519" v="212" actId="1076"/>
          <ac:picMkLst>
            <pc:docMk/>
            <pc:sldMk cId="2677213593" sldId="286"/>
            <ac:picMk id="15" creationId="{5069AA38-18C1-0972-19FC-1DACACE70FD0}"/>
          </ac:picMkLst>
        </pc:picChg>
      </pc:sldChg>
      <pc:sldChg chg="modSp mod ord">
        <pc:chgData name="Harsha Vardhan" userId="51c1f197de70b828" providerId="LiveId" clId="{DE310B51-CC64-4D6E-8F4C-93006508D9ED}" dt="2026-09-22T13:49:27.990" v="178"/>
        <pc:sldMkLst>
          <pc:docMk/>
          <pc:sldMk cId="2738774875" sldId="287"/>
        </pc:sldMkLst>
        <pc:spChg chg="mod">
          <ac:chgData name="Harsha Vardhan" userId="51c1f197de70b828" providerId="LiveId" clId="{DE310B51-CC64-4D6E-8F4C-93006508D9ED}" dt="2026-09-21T19:48:47.104" v="118" actId="313"/>
          <ac:spMkLst>
            <pc:docMk/>
            <pc:sldMk cId="2738774875" sldId="287"/>
            <ac:spMk id="6" creationId="{6794C527-672E-E07A-6041-DB0F5686FC43}"/>
          </ac:spMkLst>
        </pc:spChg>
      </pc:sldChg>
      <pc:sldChg chg="addSp delSp modSp mod">
        <pc:chgData name="Harsha Vardhan" userId="51c1f197de70b828" providerId="LiveId" clId="{DE310B51-CC64-4D6E-8F4C-93006508D9ED}" dt="2026-09-23T08:21:54.033" v="595" actId="478"/>
        <pc:sldMkLst>
          <pc:docMk/>
          <pc:sldMk cId="981830562" sldId="288"/>
        </pc:sldMkLst>
        <pc:spChg chg="mod">
          <ac:chgData name="Harsha Vardhan" userId="51c1f197de70b828" providerId="LiveId" clId="{DE310B51-CC64-4D6E-8F4C-93006508D9ED}" dt="2026-09-21T19:47:09.842" v="107" actId="2710"/>
          <ac:spMkLst>
            <pc:docMk/>
            <pc:sldMk cId="981830562" sldId="288"/>
            <ac:spMk id="8" creationId="{AF079862-0E87-9DF5-6A86-6A30AA848A29}"/>
          </ac:spMkLst>
        </pc:spChg>
        <pc:spChg chg="mod">
          <ac:chgData name="Harsha Vardhan" userId="51c1f197de70b828" providerId="LiveId" clId="{DE310B51-CC64-4D6E-8F4C-93006508D9ED}" dt="2026-09-21T19:47:08.788" v="106" actId="1076"/>
          <ac:spMkLst>
            <pc:docMk/>
            <pc:sldMk cId="981830562" sldId="288"/>
            <ac:spMk id="17" creationId="{F1B62BEA-C8BF-78D4-89B1-0612918ABAA3}"/>
          </ac:spMkLst>
        </pc:spChg>
        <pc:picChg chg="add del mod">
          <ac:chgData name="Harsha Vardhan" userId="51c1f197de70b828" providerId="LiveId" clId="{DE310B51-CC64-4D6E-8F4C-93006508D9ED}" dt="2026-09-23T08:21:54.033" v="595" actId="478"/>
          <ac:picMkLst>
            <pc:docMk/>
            <pc:sldMk cId="981830562" sldId="288"/>
            <ac:picMk id="7" creationId="{0E2E7A61-E0F7-FADB-D6AA-1D6042D1E45E}"/>
          </ac:picMkLst>
        </pc:picChg>
      </pc:sldChg>
      <pc:sldChg chg="modSp mod">
        <pc:chgData name="Harsha Vardhan" userId="51c1f197de70b828" providerId="LiveId" clId="{DE310B51-CC64-4D6E-8F4C-93006508D9ED}" dt="2026-09-23T03:38:48.609" v="587" actId="313"/>
        <pc:sldMkLst>
          <pc:docMk/>
          <pc:sldMk cId="1089523078" sldId="289"/>
        </pc:sldMkLst>
        <pc:spChg chg="mod">
          <ac:chgData name="Harsha Vardhan" userId="51c1f197de70b828" providerId="LiveId" clId="{DE310B51-CC64-4D6E-8F4C-93006508D9ED}" dt="2026-09-23T03:38:48.609" v="587" actId="313"/>
          <ac:spMkLst>
            <pc:docMk/>
            <pc:sldMk cId="1089523078" sldId="289"/>
            <ac:spMk id="8" creationId="{588DAF55-D8D5-0811-D08A-EFAF6FDB847A}"/>
          </ac:spMkLst>
        </pc:spChg>
      </pc:sldChg>
      <pc:sldChg chg="delSp modSp mod">
        <pc:chgData name="Harsha Vardhan" userId="51c1f197de70b828" providerId="LiveId" clId="{DE310B51-CC64-4D6E-8F4C-93006508D9ED}" dt="2026-09-22T16:58:31.810" v="423" actId="120"/>
        <pc:sldMkLst>
          <pc:docMk/>
          <pc:sldMk cId="4074971330" sldId="291"/>
        </pc:sldMkLst>
        <pc:spChg chg="mod">
          <ac:chgData name="Harsha Vardhan" userId="51c1f197de70b828" providerId="LiveId" clId="{DE310B51-CC64-4D6E-8F4C-93006508D9ED}" dt="2026-09-22T16:58:31.810" v="423" actId="120"/>
          <ac:spMkLst>
            <pc:docMk/>
            <pc:sldMk cId="4074971330" sldId="291"/>
            <ac:spMk id="8" creationId="{498FEF9E-74DC-8690-E7FF-70E45603FE03}"/>
          </ac:spMkLst>
        </pc:spChg>
      </pc:sldChg>
      <pc:sldChg chg="modSp mod">
        <pc:chgData name="Harsha Vardhan" userId="51c1f197de70b828" providerId="LiveId" clId="{DE310B51-CC64-4D6E-8F4C-93006508D9ED}" dt="2026-09-21T02:54:18.431" v="3" actId="20577"/>
        <pc:sldMkLst>
          <pc:docMk/>
          <pc:sldMk cId="2570089563" sldId="292"/>
        </pc:sldMkLst>
        <pc:spChg chg="mod">
          <ac:chgData name="Harsha Vardhan" userId="51c1f197de70b828" providerId="LiveId" clId="{DE310B51-CC64-4D6E-8F4C-93006508D9ED}" dt="2026-09-21T02:54:18.431" v="3" actId="20577"/>
          <ac:spMkLst>
            <pc:docMk/>
            <pc:sldMk cId="2570089563" sldId="292"/>
            <ac:spMk id="21" creationId="{EC9DA202-EB6D-F2BD-5020-600A5811EBF5}"/>
          </ac:spMkLst>
        </pc:spChg>
      </pc:sldChg>
      <pc:sldChg chg="add ord">
        <pc:chgData name="Harsha Vardhan" userId="51c1f197de70b828" providerId="LiveId" clId="{DE310B51-CC64-4D6E-8F4C-93006508D9ED}" dt="2026-09-21T19:00:00.001" v="93"/>
        <pc:sldMkLst>
          <pc:docMk/>
          <pc:sldMk cId="1050132304" sldId="294"/>
        </pc:sldMkLst>
      </pc:sldChg>
      <pc:sldChg chg="new del">
        <pc:chgData name="Harsha Vardhan" userId="51c1f197de70b828" providerId="LiveId" clId="{DE310B51-CC64-4D6E-8F4C-93006508D9ED}" dt="2026-09-22T13:51:23.104" v="180" actId="680"/>
        <pc:sldMkLst>
          <pc:docMk/>
          <pc:sldMk cId="2208090077" sldId="295"/>
        </pc:sldMkLst>
      </pc:sldChg>
      <pc:sldChg chg="addSp delSp modSp add mod">
        <pc:chgData name="Harsha Vardhan" userId="51c1f197de70b828" providerId="LiveId" clId="{DE310B51-CC64-4D6E-8F4C-93006508D9ED}" dt="2026-09-23T12:26:10.899" v="600" actId="313"/>
        <pc:sldMkLst>
          <pc:docMk/>
          <pc:sldMk cId="2668481245" sldId="295"/>
        </pc:sldMkLst>
        <pc:spChg chg="del mod">
          <ac:chgData name="Harsha Vardhan" userId="51c1f197de70b828" providerId="LiveId" clId="{DE310B51-CC64-4D6E-8F4C-93006508D9ED}" dt="2026-09-22T13:51:32.836" v="183" actId="478"/>
          <ac:spMkLst>
            <pc:docMk/>
            <pc:sldMk cId="2668481245" sldId="295"/>
            <ac:spMk id="6" creationId="{DB9C8E7D-8CE9-AE22-962F-3CF23A4FB8C1}"/>
          </ac:spMkLst>
        </pc:spChg>
        <pc:spChg chg="add del mod">
          <ac:chgData name="Harsha Vardhan" userId="51c1f197de70b828" providerId="LiveId" clId="{DE310B51-CC64-4D6E-8F4C-93006508D9ED}" dt="2026-09-22T13:51:54.792" v="211" actId="20577"/>
          <ac:spMkLst>
            <pc:docMk/>
            <pc:sldMk cId="2668481245" sldId="295"/>
            <ac:spMk id="15" creationId="{DFC7355D-B203-85FB-A960-CDEE4DCD1C9C}"/>
          </ac:spMkLst>
        </pc:spChg>
        <pc:graphicFrameChg chg="add mod modGraphic">
          <ac:chgData name="Harsha Vardhan" userId="51c1f197de70b828" providerId="LiveId" clId="{DE310B51-CC64-4D6E-8F4C-93006508D9ED}" dt="2026-09-23T12:26:10.899" v="600" actId="313"/>
          <ac:graphicFrameMkLst>
            <pc:docMk/>
            <pc:sldMk cId="2668481245" sldId="295"/>
            <ac:graphicFrameMk id="6" creationId="{0423195A-FEDD-8521-B507-F46D6EEE5C42}"/>
          </ac:graphicFrameMkLst>
        </pc:graphicFrameChg>
      </pc:sldChg>
    </pc:docChg>
  </pc:docChgLst>
  <pc:docChgLst>
    <pc:chgData name="nirmaladokku@outlook.com" userId="4fe3ca2786c1dc49" providerId="LiveId" clId="{27097597-32E0-43F4-9620-80E00183AF7D}"/>
    <pc:docChg chg="undo custSel addSld delSld modSld sldOrd">
      <pc:chgData name="nirmaladokku@outlook.com" userId="4fe3ca2786c1dc49" providerId="LiveId" clId="{27097597-32E0-43F4-9620-80E00183AF7D}" dt="2026-09-20T13:55:20.222" v="310" actId="5793"/>
      <pc:docMkLst>
        <pc:docMk/>
      </pc:docMkLst>
      <pc:sldChg chg="ord">
        <pc:chgData name="nirmaladokku@outlook.com" userId="4fe3ca2786c1dc49" providerId="LiveId" clId="{27097597-32E0-43F4-9620-80E00183AF7D}" dt="2026-09-20T13:34:26.891" v="196"/>
        <pc:sldMkLst>
          <pc:docMk/>
          <pc:sldMk cId="0" sldId="265"/>
        </pc:sldMkLst>
      </pc:sldChg>
      <pc:sldChg chg="ord">
        <pc:chgData name="nirmaladokku@outlook.com" userId="4fe3ca2786c1dc49" providerId="LiveId" clId="{27097597-32E0-43F4-9620-80E00183AF7D}" dt="2026-09-20T13:35:39.892" v="204"/>
        <pc:sldMkLst>
          <pc:docMk/>
          <pc:sldMk cId="0" sldId="270"/>
        </pc:sldMkLst>
      </pc:sldChg>
      <pc:sldChg chg="ord">
        <pc:chgData name="nirmaladokku@outlook.com" userId="4fe3ca2786c1dc49" providerId="LiveId" clId="{27097597-32E0-43F4-9620-80E00183AF7D}" dt="2026-09-20T13:35:58.938" v="206"/>
        <pc:sldMkLst>
          <pc:docMk/>
          <pc:sldMk cId="0" sldId="271"/>
        </pc:sldMkLst>
      </pc:sldChg>
      <pc:sldChg chg="modSp mod ord">
        <pc:chgData name="nirmaladokku@outlook.com" userId="4fe3ca2786c1dc49" providerId="LiveId" clId="{27097597-32E0-43F4-9620-80E00183AF7D}" dt="2026-09-20T13:46:32.613" v="262" actId="20577"/>
        <pc:sldMkLst>
          <pc:docMk/>
          <pc:sldMk cId="0" sldId="272"/>
        </pc:sldMkLst>
        <pc:spChg chg="mod">
          <ac:chgData name="nirmaladokku@outlook.com" userId="4fe3ca2786c1dc49" providerId="LiveId" clId="{27097597-32E0-43F4-9620-80E00183AF7D}" dt="2026-09-20T13:46:32.613" v="262" actId="20577"/>
          <ac:spMkLst>
            <pc:docMk/>
            <pc:sldMk cId="0" sldId="272"/>
            <ac:spMk id="7" creationId="{00000000-0000-0000-0000-000000000000}"/>
          </ac:spMkLst>
        </pc:spChg>
      </pc:sldChg>
      <pc:sldChg chg="ord">
        <pc:chgData name="nirmaladokku@outlook.com" userId="4fe3ca2786c1dc49" providerId="LiveId" clId="{27097597-32E0-43F4-9620-80E00183AF7D}" dt="2026-09-20T13:36:22.961" v="210"/>
        <pc:sldMkLst>
          <pc:docMk/>
          <pc:sldMk cId="0" sldId="273"/>
        </pc:sldMkLst>
      </pc:sldChg>
      <pc:sldChg chg="modSp mod ord">
        <pc:chgData name="nirmaladokku@outlook.com" userId="4fe3ca2786c1dc49" providerId="LiveId" clId="{27097597-32E0-43F4-9620-80E00183AF7D}" dt="2026-09-20T13:50:16.972" v="263" actId="2710"/>
        <pc:sldMkLst>
          <pc:docMk/>
          <pc:sldMk cId="0" sldId="274"/>
        </pc:sldMkLst>
        <pc:spChg chg="mod">
          <ac:chgData name="nirmaladokku@outlook.com" userId="4fe3ca2786c1dc49" providerId="LiveId" clId="{27097597-32E0-43F4-9620-80E00183AF7D}" dt="2026-09-20T13:50:16.972" v="263" actId="2710"/>
          <ac:spMkLst>
            <pc:docMk/>
            <pc:sldMk cId="0" sldId="274"/>
            <ac:spMk id="7" creationId="{00000000-0000-0000-0000-000000000000}"/>
          </ac:spMkLst>
        </pc:spChg>
      </pc:sldChg>
      <pc:sldChg chg="modSp mod ord">
        <pc:chgData name="nirmaladokku@outlook.com" userId="4fe3ca2786c1dc49" providerId="LiveId" clId="{27097597-32E0-43F4-9620-80E00183AF7D}" dt="2026-09-20T13:51:11.747" v="268" actId="20577"/>
        <pc:sldMkLst>
          <pc:docMk/>
          <pc:sldMk cId="0" sldId="275"/>
        </pc:sldMkLst>
        <pc:spChg chg="mod">
          <ac:chgData name="nirmaladokku@outlook.com" userId="4fe3ca2786c1dc49" providerId="LiveId" clId="{27097597-32E0-43F4-9620-80E00183AF7D}" dt="2026-09-20T13:51:11.747" v="268" actId="20577"/>
          <ac:spMkLst>
            <pc:docMk/>
            <pc:sldMk cId="0" sldId="275"/>
            <ac:spMk id="6" creationId="{00000000-0000-0000-0000-000000000000}"/>
          </ac:spMkLst>
        </pc:spChg>
      </pc:sldChg>
      <pc:sldChg chg="modSp mod ord">
        <pc:chgData name="nirmaladokku@outlook.com" userId="4fe3ca2786c1dc49" providerId="LiveId" clId="{27097597-32E0-43F4-9620-80E00183AF7D}" dt="2026-09-20T13:51:20.702" v="269"/>
        <pc:sldMkLst>
          <pc:docMk/>
          <pc:sldMk cId="0" sldId="276"/>
        </pc:sldMkLst>
        <pc:spChg chg="mod">
          <ac:chgData name="nirmaladokku@outlook.com" userId="4fe3ca2786c1dc49" providerId="LiveId" clId="{27097597-32E0-43F4-9620-80E00183AF7D}" dt="2026-09-20T13:51:20.702" v="269"/>
          <ac:spMkLst>
            <pc:docMk/>
            <pc:sldMk cId="0" sldId="276"/>
            <ac:spMk id="6" creationId="{00000000-0000-0000-0000-000000000000}"/>
          </ac:spMkLst>
        </pc:spChg>
        <pc:spChg chg="mod">
          <ac:chgData name="nirmaladokku@outlook.com" userId="4fe3ca2786c1dc49" providerId="LiveId" clId="{27097597-32E0-43F4-9620-80E00183AF7D}" dt="2026-09-20T13:42:14.605" v="252" actId="20577"/>
          <ac:spMkLst>
            <pc:docMk/>
            <pc:sldMk cId="0" sldId="276"/>
            <ac:spMk id="7" creationId="{00000000-0000-0000-0000-000000000000}"/>
          </ac:spMkLst>
        </pc:spChg>
      </pc:sldChg>
      <pc:sldChg chg="modSp mod ord">
        <pc:chgData name="nirmaladokku@outlook.com" userId="4fe3ca2786c1dc49" providerId="LiveId" clId="{27097597-32E0-43F4-9620-80E00183AF7D}" dt="2026-09-20T13:51:38.664" v="277" actId="1036"/>
        <pc:sldMkLst>
          <pc:docMk/>
          <pc:sldMk cId="0" sldId="277"/>
        </pc:sldMkLst>
        <pc:spChg chg="mod">
          <ac:chgData name="nirmaladokku@outlook.com" userId="4fe3ca2786c1dc49" providerId="LiveId" clId="{27097597-32E0-43F4-9620-80E00183AF7D}" dt="2026-09-20T13:51:32.372" v="276" actId="20577"/>
          <ac:spMkLst>
            <pc:docMk/>
            <pc:sldMk cId="0" sldId="277"/>
            <ac:spMk id="6" creationId="{00000000-0000-0000-0000-000000000000}"/>
          </ac:spMkLst>
        </pc:spChg>
        <pc:spChg chg="mod">
          <ac:chgData name="nirmaladokku@outlook.com" userId="4fe3ca2786c1dc49" providerId="LiveId" clId="{27097597-32E0-43F4-9620-80E00183AF7D}" dt="2026-09-20T13:51:38.664" v="277" actId="1036"/>
          <ac:spMkLst>
            <pc:docMk/>
            <pc:sldMk cId="0" sldId="277"/>
            <ac:spMk id="8" creationId="{00000000-0000-0000-0000-000000000000}"/>
          </ac:spMkLst>
        </pc:spChg>
      </pc:sldChg>
      <pc:sldChg chg="modSp mod ord">
        <pc:chgData name="nirmaladokku@outlook.com" userId="4fe3ca2786c1dc49" providerId="LiveId" clId="{27097597-32E0-43F4-9620-80E00183AF7D}" dt="2026-09-20T13:51:46.670" v="283" actId="20577"/>
        <pc:sldMkLst>
          <pc:docMk/>
          <pc:sldMk cId="0" sldId="278"/>
        </pc:sldMkLst>
        <pc:spChg chg="mod">
          <ac:chgData name="nirmaladokku@outlook.com" userId="4fe3ca2786c1dc49" providerId="LiveId" clId="{27097597-32E0-43F4-9620-80E00183AF7D}" dt="2026-09-20T13:51:46.670" v="283" actId="20577"/>
          <ac:spMkLst>
            <pc:docMk/>
            <pc:sldMk cId="0" sldId="278"/>
            <ac:spMk id="6" creationId="{00000000-0000-0000-0000-000000000000}"/>
          </ac:spMkLst>
        </pc:spChg>
      </pc:sldChg>
      <pc:sldChg chg="modSp mod ord">
        <pc:chgData name="nirmaladokku@outlook.com" userId="4fe3ca2786c1dc49" providerId="LiveId" clId="{27097597-32E0-43F4-9620-80E00183AF7D}" dt="2026-09-20T13:52:33.528" v="309" actId="20577"/>
        <pc:sldMkLst>
          <pc:docMk/>
          <pc:sldMk cId="0" sldId="279"/>
        </pc:sldMkLst>
        <pc:spChg chg="mod">
          <ac:chgData name="nirmaladokku@outlook.com" userId="4fe3ca2786c1dc49" providerId="LiveId" clId="{27097597-32E0-43F4-9620-80E00183AF7D}" dt="2026-09-20T13:52:18.433" v="295" actId="20577"/>
          <ac:spMkLst>
            <pc:docMk/>
            <pc:sldMk cId="0" sldId="279"/>
            <ac:spMk id="6" creationId="{00000000-0000-0000-0000-000000000000}"/>
          </ac:spMkLst>
        </pc:spChg>
        <pc:spChg chg="mod">
          <ac:chgData name="nirmaladokku@outlook.com" userId="4fe3ca2786c1dc49" providerId="LiveId" clId="{27097597-32E0-43F4-9620-80E00183AF7D}" dt="2026-09-20T13:52:33.528" v="309" actId="20577"/>
          <ac:spMkLst>
            <pc:docMk/>
            <pc:sldMk cId="0" sldId="279"/>
            <ac:spMk id="7" creationId="{00000000-0000-0000-0000-000000000000}"/>
          </ac:spMkLst>
        </pc:spChg>
      </pc:sldChg>
      <pc:sldChg chg="modSp mod">
        <pc:chgData name="nirmaladokku@outlook.com" userId="4fe3ca2786c1dc49" providerId="LiveId" clId="{27097597-32E0-43F4-9620-80E00183AF7D}" dt="2026-09-20T13:09:06.685" v="82" actId="20577"/>
        <pc:sldMkLst>
          <pc:docMk/>
          <pc:sldMk cId="2677213593" sldId="286"/>
        </pc:sldMkLst>
        <pc:spChg chg="mod">
          <ac:chgData name="nirmaladokku@outlook.com" userId="4fe3ca2786c1dc49" providerId="LiveId" clId="{27097597-32E0-43F4-9620-80E00183AF7D}" dt="2026-09-20T13:09:06.685" v="82" actId="20577"/>
          <ac:spMkLst>
            <pc:docMk/>
            <pc:sldMk cId="2677213593" sldId="286"/>
            <ac:spMk id="7" creationId="{6FC507B1-3EBD-00F5-99A9-C01FA24CD069}"/>
          </ac:spMkLst>
        </pc:spChg>
      </pc:sldChg>
      <pc:sldChg chg="modSp add mod">
        <pc:chgData name="nirmaladokku@outlook.com" userId="4fe3ca2786c1dc49" providerId="LiveId" clId="{27097597-32E0-43F4-9620-80E00183AF7D}" dt="2026-09-20T13:07:34.272" v="11"/>
        <pc:sldMkLst>
          <pc:docMk/>
          <pc:sldMk cId="981830562" sldId="288"/>
        </pc:sldMkLst>
        <pc:spChg chg="mod">
          <ac:chgData name="nirmaladokku@outlook.com" userId="4fe3ca2786c1dc49" providerId="LiveId" clId="{27097597-32E0-43F4-9620-80E00183AF7D}" dt="2026-09-20T13:07:34.272" v="11"/>
          <ac:spMkLst>
            <pc:docMk/>
            <pc:sldMk cId="981830562" sldId="288"/>
            <ac:spMk id="17" creationId="{F1B62BEA-C8BF-78D4-89B1-0612918ABAA3}"/>
          </ac:spMkLst>
        </pc:spChg>
      </pc:sldChg>
      <pc:sldChg chg="modSp add mod ord">
        <pc:chgData name="nirmaladokku@outlook.com" userId="4fe3ca2786c1dc49" providerId="LiveId" clId="{27097597-32E0-43F4-9620-80E00183AF7D}" dt="2026-09-20T13:39:40.097" v="247" actId="113"/>
        <pc:sldMkLst>
          <pc:docMk/>
          <pc:sldMk cId="1089523078" sldId="289"/>
        </pc:sldMkLst>
        <pc:spChg chg="mod">
          <ac:chgData name="nirmaladokku@outlook.com" userId="4fe3ca2786c1dc49" providerId="LiveId" clId="{27097597-32E0-43F4-9620-80E00183AF7D}" dt="2026-09-20T13:39:40.097" v="247" actId="113"/>
          <ac:spMkLst>
            <pc:docMk/>
            <pc:sldMk cId="1089523078" sldId="289"/>
            <ac:spMk id="6" creationId="{7681FFE8-68AA-08B2-0608-1742FCD9C7D8}"/>
          </ac:spMkLst>
        </pc:spChg>
        <pc:spChg chg="mod">
          <ac:chgData name="nirmaladokku@outlook.com" userId="4fe3ca2786c1dc49" providerId="LiveId" clId="{27097597-32E0-43F4-9620-80E00183AF7D}" dt="2026-09-20T13:18:24.889" v="113" actId="2710"/>
          <ac:spMkLst>
            <pc:docMk/>
            <pc:sldMk cId="1089523078" sldId="289"/>
            <ac:spMk id="8" creationId="{588DAF55-D8D5-0811-D08A-EFAF6FDB847A}"/>
          </ac:spMkLst>
        </pc:spChg>
      </pc:sldChg>
      <pc:sldChg chg="modSp add mod ord">
        <pc:chgData name="nirmaladokku@outlook.com" userId="4fe3ca2786c1dc49" providerId="LiveId" clId="{27097597-32E0-43F4-9620-80E00183AF7D}" dt="2026-09-20T13:40:19.079" v="248"/>
        <pc:sldMkLst>
          <pc:docMk/>
          <pc:sldMk cId="3803064676" sldId="290"/>
        </pc:sldMkLst>
        <pc:spChg chg="mod">
          <ac:chgData name="nirmaladokku@outlook.com" userId="4fe3ca2786c1dc49" providerId="LiveId" clId="{27097597-32E0-43F4-9620-80E00183AF7D}" dt="2026-09-20T13:40:19.079" v="248"/>
          <ac:spMkLst>
            <pc:docMk/>
            <pc:sldMk cId="3803064676" sldId="290"/>
            <ac:spMk id="6" creationId="{D7030578-929E-3E45-AA6D-D75574DB475B}"/>
          </ac:spMkLst>
        </pc:spChg>
        <pc:spChg chg="mod">
          <ac:chgData name="nirmaladokku@outlook.com" userId="4fe3ca2786c1dc49" providerId="LiveId" clId="{27097597-32E0-43F4-9620-80E00183AF7D}" dt="2026-09-20T13:26:21.151" v="168" actId="20577"/>
          <ac:spMkLst>
            <pc:docMk/>
            <pc:sldMk cId="3803064676" sldId="290"/>
            <ac:spMk id="7" creationId="{CAAE9817-25B3-7374-03B9-29CD9CF2A0F9}"/>
          </ac:spMkLst>
        </pc:spChg>
      </pc:sldChg>
      <pc:sldChg chg="modSp add mod ord">
        <pc:chgData name="nirmaladokku@outlook.com" userId="4fe3ca2786c1dc49" providerId="LiveId" clId="{27097597-32E0-43F4-9620-80E00183AF7D}" dt="2026-09-20T13:40:27.247" v="249"/>
        <pc:sldMkLst>
          <pc:docMk/>
          <pc:sldMk cId="4074971330" sldId="291"/>
        </pc:sldMkLst>
        <pc:spChg chg="mod">
          <ac:chgData name="nirmaladokku@outlook.com" userId="4fe3ca2786c1dc49" providerId="LiveId" clId="{27097597-32E0-43F4-9620-80E00183AF7D}" dt="2026-09-20T13:40:27.247" v="249"/>
          <ac:spMkLst>
            <pc:docMk/>
            <pc:sldMk cId="4074971330" sldId="291"/>
            <ac:spMk id="6" creationId="{613291F8-BD88-762E-0E64-D79972228799}"/>
          </ac:spMkLst>
        </pc:spChg>
        <pc:spChg chg="mod">
          <ac:chgData name="nirmaladokku@outlook.com" userId="4fe3ca2786c1dc49" providerId="LiveId" clId="{27097597-32E0-43F4-9620-80E00183AF7D}" dt="2026-09-20T13:24:21.202" v="160" actId="20577"/>
          <ac:spMkLst>
            <pc:docMk/>
            <pc:sldMk cId="4074971330" sldId="291"/>
            <ac:spMk id="8" creationId="{498FEF9E-74DC-8690-E7FF-70E45603FE03}"/>
          </ac:spMkLst>
        </pc:spChg>
      </pc:sldChg>
      <pc:sldChg chg="modSp add mod ord">
        <pc:chgData name="nirmaladokku@outlook.com" userId="4fe3ca2786c1dc49" providerId="LiveId" clId="{27097597-32E0-43F4-9620-80E00183AF7D}" dt="2026-09-20T13:55:20.222" v="310" actId="5793"/>
        <pc:sldMkLst>
          <pc:docMk/>
          <pc:sldMk cId="2570089563" sldId="292"/>
        </pc:sldMkLst>
        <pc:spChg chg="mod">
          <ac:chgData name="nirmaladokku@outlook.com" userId="4fe3ca2786c1dc49" providerId="LiveId" clId="{27097597-32E0-43F4-9620-80E00183AF7D}" dt="2026-09-20T13:40:33.715" v="250"/>
          <ac:spMkLst>
            <pc:docMk/>
            <pc:sldMk cId="2570089563" sldId="292"/>
            <ac:spMk id="6" creationId="{B8B931EE-2550-E344-F36B-AA1E5A084EA9}"/>
          </ac:spMkLst>
        </pc:spChg>
        <pc:spChg chg="mod">
          <ac:chgData name="nirmaladokku@outlook.com" userId="4fe3ca2786c1dc49" providerId="LiveId" clId="{27097597-32E0-43F4-9620-80E00183AF7D}" dt="2026-09-20T13:55:20.222" v="310" actId="5793"/>
          <ac:spMkLst>
            <pc:docMk/>
            <pc:sldMk cId="2570089563" sldId="292"/>
            <ac:spMk id="10" creationId="{692C9A40-48D2-99F7-5E20-D5834AE9C65C}"/>
          </ac:spMkLst>
        </pc:spChg>
        <pc:spChg chg="mod">
          <ac:chgData name="nirmaladokku@outlook.com" userId="4fe3ca2786c1dc49" providerId="LiveId" clId="{27097597-32E0-43F4-9620-80E00183AF7D}" dt="2026-09-20T13:23:14.384" v="155" actId="120"/>
          <ac:spMkLst>
            <pc:docMk/>
            <pc:sldMk cId="2570089563" sldId="292"/>
            <ac:spMk id="21" creationId="{EC9DA202-EB6D-F2BD-5020-600A5811EBF5}"/>
          </ac:spMkLst>
        </pc:spChg>
      </pc:sldChg>
      <pc:sldChg chg="modSp add mod ord">
        <pc:chgData name="nirmaladokku@outlook.com" userId="4fe3ca2786c1dc49" providerId="LiveId" clId="{27097597-32E0-43F4-9620-80E00183AF7D}" dt="2026-09-20T13:44:46.715" v="255" actId="1036"/>
        <pc:sldMkLst>
          <pc:docMk/>
          <pc:sldMk cId="1885503556" sldId="293"/>
        </pc:sldMkLst>
        <pc:spChg chg="mod">
          <ac:chgData name="nirmaladokku@outlook.com" userId="4fe3ca2786c1dc49" providerId="LiveId" clId="{27097597-32E0-43F4-9620-80E00183AF7D}" dt="2026-09-20T13:40:41.256" v="251"/>
          <ac:spMkLst>
            <pc:docMk/>
            <pc:sldMk cId="1885503556" sldId="293"/>
            <ac:spMk id="6" creationId="{13A124D7-C43A-6A41-5FE8-F3F46244A06D}"/>
          </ac:spMkLst>
        </pc:spChg>
        <pc:spChg chg="mod">
          <ac:chgData name="nirmaladokku@outlook.com" userId="4fe3ca2786c1dc49" providerId="LiveId" clId="{27097597-32E0-43F4-9620-80E00183AF7D}" dt="2026-09-20T13:44:43.373" v="254" actId="12"/>
          <ac:spMkLst>
            <pc:docMk/>
            <pc:sldMk cId="1885503556" sldId="293"/>
            <ac:spMk id="7" creationId="{1B07C352-3E9C-D535-AEEF-6A95F4CAA42F}"/>
          </ac:spMkLst>
        </pc:spChg>
        <pc:spChg chg="mod">
          <ac:chgData name="nirmaladokku@outlook.com" userId="4fe3ca2786c1dc49" providerId="LiveId" clId="{27097597-32E0-43F4-9620-80E00183AF7D}" dt="2026-09-20T13:44:46.715" v="255" actId="1036"/>
          <ac:spMkLst>
            <pc:docMk/>
            <pc:sldMk cId="1885503556" sldId="293"/>
            <ac:spMk id="16" creationId="{3AB6F3EF-F517-DC0B-50C6-B2464653BF4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010C68-B77B-4431-A0A7-693CF58E734A}" type="datetimeFigureOut">
              <a:rPr lang="en-IN" smtClean="0"/>
              <a:t>23-09-2026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B2EA21-F04E-4710-B9FC-7A1962EBE760}"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2</a:t>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CC79F-09A0-6C6F-9745-F5C2461C43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07F7A1-7B1B-DA90-69E3-9AD1B941F65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7DEDFF2-6A66-04BE-3EC9-4751C27F3EC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44910CF-6192-DE8D-AF03-94B38EAE42D8}"/>
              </a:ext>
            </a:extLst>
          </p:cNvPr>
          <p:cNvSpPr>
            <a:spLocks noGrp="1"/>
          </p:cNvSpPr>
          <p:nvPr>
            <p:ph type="sldNum" sz="quarter" idx="10"/>
          </p:nvPr>
        </p:nvSpPr>
        <p:spPr/>
        <p:txBody>
          <a:bodyPr/>
          <a:lstStyle/>
          <a:p>
            <a:fld id="{8DB2EA21-F04E-4710-B9FC-7A1962EBE760}" type="slidenum">
              <a:rPr lang="en-IN" smtClean="0"/>
              <a:t>3</a:t>
            </a:fld>
            <a:endParaRPr lang="en-IN"/>
          </a:p>
        </p:txBody>
      </p:sp>
    </p:spTree>
    <p:extLst>
      <p:ext uri="{BB962C8B-B14F-4D97-AF65-F5344CB8AC3E}">
        <p14:creationId xmlns:p14="http://schemas.microsoft.com/office/powerpoint/2010/main" val="28659916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97B69-4380-6103-2F66-C158E7192D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314AB1-7D7B-4B8C-736A-E721FCD0925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4270790-55D0-896E-9183-A1F1649EF537}"/>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4689539-CC0C-A6F4-9EA5-A3E2C92D4F43}"/>
              </a:ext>
            </a:extLst>
          </p:cNvPr>
          <p:cNvSpPr>
            <a:spLocks noGrp="1"/>
          </p:cNvSpPr>
          <p:nvPr>
            <p:ph type="sldNum" sz="quarter" idx="10"/>
          </p:nvPr>
        </p:nvSpPr>
        <p:spPr/>
        <p:txBody>
          <a:bodyPr/>
          <a:lstStyle/>
          <a:p>
            <a:fld id="{8DB2EA21-F04E-4710-B9FC-7A1962EBE760}" type="slidenum">
              <a:rPr lang="en-IN" smtClean="0"/>
              <a:t>4</a:t>
            </a:fld>
            <a:endParaRPr lang="en-IN"/>
          </a:p>
        </p:txBody>
      </p:sp>
    </p:spTree>
    <p:extLst>
      <p:ext uri="{BB962C8B-B14F-4D97-AF65-F5344CB8AC3E}">
        <p14:creationId xmlns:p14="http://schemas.microsoft.com/office/powerpoint/2010/main" val="13029823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36CD4-C00C-6EEA-0723-BAFB421EC3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532272-27EE-8752-DB7B-EA6A99D4465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14F0D8A-A5FE-7340-0C6B-285CD945F02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368D677-A7F1-7B42-FCCB-A5302BDCB180}"/>
              </a:ext>
            </a:extLst>
          </p:cNvPr>
          <p:cNvSpPr>
            <a:spLocks noGrp="1"/>
          </p:cNvSpPr>
          <p:nvPr>
            <p:ph type="sldNum" sz="quarter" idx="10"/>
          </p:nvPr>
        </p:nvSpPr>
        <p:spPr/>
        <p:txBody>
          <a:bodyPr/>
          <a:lstStyle/>
          <a:p>
            <a:fld id="{8DB2EA21-F04E-4710-B9FC-7A1962EBE760}" type="slidenum">
              <a:rPr lang="en-IN" smtClean="0"/>
              <a:t>5</a:t>
            </a:fld>
            <a:endParaRPr lang="en-IN"/>
          </a:p>
        </p:txBody>
      </p:sp>
    </p:spTree>
    <p:extLst>
      <p:ext uri="{BB962C8B-B14F-4D97-AF65-F5344CB8AC3E}">
        <p14:creationId xmlns:p14="http://schemas.microsoft.com/office/powerpoint/2010/main" val="28966950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38A5A-8EB7-EE64-7DF5-14E8313C12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0BEE60-500B-3FD7-476A-212E33EC859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6AA3E5B-C9BF-D149-1B08-F4C7785B8F5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ED51F27-FBF4-28E7-D989-6F0EC2672070}"/>
              </a:ext>
            </a:extLst>
          </p:cNvPr>
          <p:cNvSpPr>
            <a:spLocks noGrp="1"/>
          </p:cNvSpPr>
          <p:nvPr>
            <p:ph type="sldNum" sz="quarter" idx="10"/>
          </p:nvPr>
        </p:nvSpPr>
        <p:spPr/>
        <p:txBody>
          <a:bodyPr/>
          <a:lstStyle/>
          <a:p>
            <a:fld id="{8DB2EA21-F04E-4710-B9FC-7A1962EBE760}" type="slidenum">
              <a:rPr lang="en-IN" smtClean="0"/>
              <a:t>6</a:t>
            </a:fld>
            <a:endParaRPr lang="en-IN"/>
          </a:p>
        </p:txBody>
      </p:sp>
    </p:spTree>
    <p:extLst>
      <p:ext uri="{BB962C8B-B14F-4D97-AF65-F5344CB8AC3E}">
        <p14:creationId xmlns:p14="http://schemas.microsoft.com/office/powerpoint/2010/main" val="28347416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D6299-9C97-21E6-B2E6-68D5C7F826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7F15C6-6FDA-322D-35A2-1007E692CEE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FA7C984-E944-CC6A-E54B-D7F48D19F2C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2FB89AB-AE30-3D23-96E9-80D8CD4FB23B}"/>
              </a:ext>
            </a:extLst>
          </p:cNvPr>
          <p:cNvSpPr>
            <a:spLocks noGrp="1"/>
          </p:cNvSpPr>
          <p:nvPr>
            <p:ph type="sldNum" sz="quarter" idx="10"/>
          </p:nvPr>
        </p:nvSpPr>
        <p:spPr/>
        <p:txBody>
          <a:bodyPr/>
          <a:lstStyle/>
          <a:p>
            <a:fld id="{8DB2EA21-F04E-4710-B9FC-7A1962EBE760}" type="slidenum">
              <a:rPr lang="en-IN" smtClean="0"/>
              <a:t>7</a:t>
            </a:fld>
            <a:endParaRPr lang="en-IN"/>
          </a:p>
        </p:txBody>
      </p:sp>
    </p:spTree>
    <p:extLst>
      <p:ext uri="{BB962C8B-B14F-4D97-AF65-F5344CB8AC3E}">
        <p14:creationId xmlns:p14="http://schemas.microsoft.com/office/powerpoint/2010/main" val="22857393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8</a:t>
            </a:fld>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9</a:t>
            </a:fld>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10</a:t>
            </a:fld>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11</a:t>
            </a:fld>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12</a:t>
            </a:fld>
            <a:endParaRPr lang="en-I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A3283-7CC1-184D-B068-DD7E9ABA97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101DE0-7224-FFD2-61BB-38E6C8ED45D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2B7A66B-BC38-C871-3931-90FA67790D4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63F060E-459A-EE7F-33E7-029AC0878B4B}"/>
              </a:ext>
            </a:extLst>
          </p:cNvPr>
          <p:cNvSpPr>
            <a:spLocks noGrp="1"/>
          </p:cNvSpPr>
          <p:nvPr>
            <p:ph type="sldNum" sz="quarter" idx="10"/>
          </p:nvPr>
        </p:nvSpPr>
        <p:spPr/>
        <p:txBody>
          <a:bodyPr/>
          <a:lstStyle/>
          <a:p>
            <a:fld id="{8DB2EA21-F04E-4710-B9FC-7A1962EBE760}" type="slidenum">
              <a:rPr lang="en-IN" smtClean="0"/>
              <a:t>13</a:t>
            </a:fld>
            <a:endParaRPr lang="en-IN"/>
          </a:p>
        </p:txBody>
      </p:sp>
    </p:spTree>
    <p:extLst>
      <p:ext uri="{BB962C8B-B14F-4D97-AF65-F5344CB8AC3E}">
        <p14:creationId xmlns:p14="http://schemas.microsoft.com/office/powerpoint/2010/main" val="19229558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20936-590C-A426-8751-BE367DAFB1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54B2E8-DAED-3BF5-4173-00E0A82F1AA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AE7CC57-DDC0-549F-C321-06FB5CBE47E7}"/>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A0EDEA6-7CEF-A9A6-BC8D-5F4479A4DE31}"/>
              </a:ext>
            </a:extLst>
          </p:cNvPr>
          <p:cNvSpPr>
            <a:spLocks noGrp="1"/>
          </p:cNvSpPr>
          <p:nvPr>
            <p:ph type="sldNum" sz="quarter" idx="10"/>
          </p:nvPr>
        </p:nvSpPr>
        <p:spPr/>
        <p:txBody>
          <a:bodyPr/>
          <a:lstStyle/>
          <a:p>
            <a:fld id="{8DB2EA21-F04E-4710-B9FC-7A1962EBE760}" type="slidenum">
              <a:rPr lang="en-IN" smtClean="0"/>
              <a:t>14</a:t>
            </a:fld>
            <a:endParaRPr lang="en-IN"/>
          </a:p>
        </p:txBody>
      </p:sp>
    </p:spTree>
    <p:extLst>
      <p:ext uri="{BB962C8B-B14F-4D97-AF65-F5344CB8AC3E}">
        <p14:creationId xmlns:p14="http://schemas.microsoft.com/office/powerpoint/2010/main" val="31500790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808BF-F58E-59F8-6F85-7E3396689E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192900-C4F7-0CD2-B9EE-D0C602F0E74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2480182-580A-B084-3F53-01FA2CFCB6A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99CCDA1-C22E-F820-9860-2B449244F638}"/>
              </a:ext>
            </a:extLst>
          </p:cNvPr>
          <p:cNvSpPr>
            <a:spLocks noGrp="1"/>
          </p:cNvSpPr>
          <p:nvPr>
            <p:ph type="sldNum" sz="quarter" idx="10"/>
          </p:nvPr>
        </p:nvSpPr>
        <p:spPr/>
        <p:txBody>
          <a:bodyPr/>
          <a:lstStyle/>
          <a:p>
            <a:fld id="{8DB2EA21-F04E-4710-B9FC-7A1962EBE760}" type="slidenum">
              <a:rPr lang="en-IN" smtClean="0"/>
              <a:t>15</a:t>
            </a:fld>
            <a:endParaRPr lang="en-IN"/>
          </a:p>
        </p:txBody>
      </p:sp>
    </p:spTree>
    <p:extLst>
      <p:ext uri="{BB962C8B-B14F-4D97-AF65-F5344CB8AC3E}">
        <p14:creationId xmlns:p14="http://schemas.microsoft.com/office/powerpoint/2010/main" val="24125682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CDD4A-6CA2-F882-55F1-7336CD7C71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6A8AFC-0D00-014A-7F92-FF05603C16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3EF5C0A-9BAB-B6B1-DF1A-1A53886A73B2}"/>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B71919D-21C7-DB72-C615-30F44BBEE4F4}"/>
              </a:ext>
            </a:extLst>
          </p:cNvPr>
          <p:cNvSpPr>
            <a:spLocks noGrp="1"/>
          </p:cNvSpPr>
          <p:nvPr>
            <p:ph type="sldNum" sz="quarter" idx="10"/>
          </p:nvPr>
        </p:nvSpPr>
        <p:spPr/>
        <p:txBody>
          <a:bodyPr/>
          <a:lstStyle/>
          <a:p>
            <a:fld id="{8DB2EA21-F04E-4710-B9FC-7A1962EBE760}" type="slidenum">
              <a:rPr lang="en-IN" smtClean="0"/>
              <a:t>16</a:t>
            </a:fld>
            <a:endParaRPr lang="en-IN"/>
          </a:p>
        </p:txBody>
      </p:sp>
    </p:spTree>
    <p:extLst>
      <p:ext uri="{BB962C8B-B14F-4D97-AF65-F5344CB8AC3E}">
        <p14:creationId xmlns:p14="http://schemas.microsoft.com/office/powerpoint/2010/main" val="42938316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2A6EB-6CE4-AD33-DAF8-70901E23B3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FFC2BD-015A-FEA4-CF56-7464B23F96F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403F661-C76F-28C3-EC9F-B200B4B54E07}"/>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DF79082-E796-4CB0-EF9A-632184024267}"/>
              </a:ext>
            </a:extLst>
          </p:cNvPr>
          <p:cNvSpPr>
            <a:spLocks noGrp="1"/>
          </p:cNvSpPr>
          <p:nvPr>
            <p:ph type="sldNum" sz="quarter" idx="10"/>
          </p:nvPr>
        </p:nvSpPr>
        <p:spPr/>
        <p:txBody>
          <a:bodyPr/>
          <a:lstStyle/>
          <a:p>
            <a:fld id="{8DB2EA21-F04E-4710-B9FC-7A1962EBE760}" type="slidenum">
              <a:rPr lang="en-IN" smtClean="0"/>
              <a:t>17</a:t>
            </a:fld>
            <a:endParaRPr lang="en-IN"/>
          </a:p>
        </p:txBody>
      </p:sp>
    </p:spTree>
    <p:extLst>
      <p:ext uri="{BB962C8B-B14F-4D97-AF65-F5344CB8AC3E}">
        <p14:creationId xmlns:p14="http://schemas.microsoft.com/office/powerpoint/2010/main" val="1484758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18</a:t>
            </a:fld>
            <a:endParaRPr lang="en-I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19</a:t>
            </a:fld>
            <a:endParaRPr lang="en-I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20</a:t>
            </a:fld>
            <a:endParaRPr lang="en-I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21</a:t>
            </a:fld>
            <a:endParaRPr lang="en-I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22</a:t>
            </a:fld>
            <a:endParaRPr lang="en-I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23</a:t>
            </a:fld>
            <a:endParaRPr lang="en-I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24</a:t>
            </a:fld>
            <a:endParaRPr lang="en-I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25</a:t>
            </a:fld>
            <a:endParaRPr lang="en-I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54B03-165C-DCC5-74EA-7B92C17F7D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2F1782-6A1D-78B0-197E-9412E65B95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00833B-704B-C2A4-69A7-AF8AE8E5F11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89F61734-D2E8-4E51-5FB0-EB04D1554CAC}"/>
              </a:ext>
            </a:extLst>
          </p:cNvPr>
          <p:cNvSpPr>
            <a:spLocks noGrp="1"/>
          </p:cNvSpPr>
          <p:nvPr>
            <p:ph type="sldNum" sz="quarter" idx="10"/>
          </p:nvPr>
        </p:nvSpPr>
        <p:spPr/>
        <p:txBody>
          <a:bodyPr/>
          <a:lstStyle/>
          <a:p>
            <a:fld id="{8DB2EA21-F04E-4710-B9FC-7A1962EBE760}" type="slidenum">
              <a:rPr lang="en-IN" smtClean="0"/>
              <a:t>26</a:t>
            </a:fld>
            <a:endParaRPr lang="en-IN"/>
          </a:p>
        </p:txBody>
      </p:sp>
    </p:spTree>
    <p:extLst>
      <p:ext uri="{BB962C8B-B14F-4D97-AF65-F5344CB8AC3E}">
        <p14:creationId xmlns:p14="http://schemas.microsoft.com/office/powerpoint/2010/main" val="7827899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27</a:t>
            </a:fld>
            <a:endParaRPr lang="en-I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28</a:t>
            </a:fld>
            <a:endParaRPr lang="en-I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29</a:t>
            </a:fld>
            <a:endParaRPr lang="en-I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8E440-5804-D20F-9CE0-FB49B6A36F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9B8AC5-C0FC-D179-AD5F-97F7851CA8C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A5D0527-A275-9194-51C1-35DF9DF778E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10EE9C9E-E9E1-CC9A-996B-6831811CD21D}"/>
              </a:ext>
            </a:extLst>
          </p:cNvPr>
          <p:cNvSpPr>
            <a:spLocks noGrp="1"/>
          </p:cNvSpPr>
          <p:nvPr>
            <p:ph type="sldNum" sz="quarter" idx="10"/>
          </p:nvPr>
        </p:nvSpPr>
        <p:spPr/>
        <p:txBody>
          <a:bodyPr/>
          <a:lstStyle/>
          <a:p>
            <a:fld id="{8DB2EA21-F04E-4710-B9FC-7A1962EBE760}" type="slidenum">
              <a:rPr lang="en-IN" smtClean="0"/>
              <a:t>30</a:t>
            </a:fld>
            <a:endParaRPr lang="en-IN"/>
          </a:p>
        </p:txBody>
      </p:sp>
    </p:spTree>
    <p:extLst>
      <p:ext uri="{BB962C8B-B14F-4D97-AF65-F5344CB8AC3E}">
        <p14:creationId xmlns:p14="http://schemas.microsoft.com/office/powerpoint/2010/main" val="7953562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31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F881051-4A15-4975-B283-5AE4382EA000}" type="datetime1">
              <a:rPr lang="en-IN" smtClean="0"/>
              <a:t>23-09-2026</a:t>
            </a:fld>
            <a:endParaRPr lang="en-IN"/>
          </a:p>
        </p:txBody>
      </p:sp>
      <p:sp>
        <p:nvSpPr>
          <p:cNvPr id="5" name="Footer Placeholder 4"/>
          <p:cNvSpPr>
            <a:spLocks noGrp="1"/>
          </p:cNvSpPr>
          <p:nvPr>
            <p:ph type="ftr" sz="quarter" idx="11"/>
          </p:nvPr>
        </p:nvSpPr>
        <p:spPr/>
        <p:txBody>
          <a:bodyPr/>
          <a:lstStyle/>
          <a:p>
            <a:r>
              <a:rPr lang="en-IN"/>
              <a:t>VVIT @ Dept. CSM</a:t>
            </a:r>
          </a:p>
        </p:txBody>
      </p:sp>
      <p:sp>
        <p:nvSpPr>
          <p:cNvPr id="6" name="Slide Number Placeholder 5"/>
          <p:cNvSpPr>
            <a:spLocks noGrp="1"/>
          </p:cNvSpPr>
          <p:nvPr>
            <p:ph type="sldNum" sz="quarter" idx="12"/>
          </p:nvPr>
        </p:nvSpPr>
        <p:spPr/>
        <p:txBody>
          <a:bodyPr/>
          <a:lstStyle/>
          <a:p>
            <a:r>
              <a:rPr lang="en-IN" dirty="0"/>
              <a:t>Slide </a:t>
            </a:r>
            <a:fld id="{0F06A4E2-163B-4ABA-8562-AD05AC3F17C5}" type="slidenum">
              <a:rPr lang="en-IN" smtClean="0"/>
              <a:t>‹#›</a:t>
            </a:fld>
            <a:r>
              <a:rPr lang="en-IN" dirty="0"/>
              <a:t> 75</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48024DB-6B9A-4615-862D-DCC9162E1D46}" type="datetime1">
              <a:rPr lang="en-IN" smtClean="0"/>
              <a:t>23-09-2026</a:t>
            </a:fld>
            <a:endParaRPr lang="en-IN"/>
          </a:p>
        </p:txBody>
      </p:sp>
      <p:sp>
        <p:nvSpPr>
          <p:cNvPr id="5" name="Footer Placeholder 4"/>
          <p:cNvSpPr>
            <a:spLocks noGrp="1"/>
          </p:cNvSpPr>
          <p:nvPr>
            <p:ph type="ftr" sz="quarter" idx="11"/>
          </p:nvPr>
        </p:nvSpPr>
        <p:spPr/>
        <p:txBody>
          <a:bodyPr/>
          <a:lstStyle/>
          <a:p>
            <a:r>
              <a:rPr lang="en-IN"/>
              <a:t>VVIT @ Dept. CSM</a:t>
            </a:r>
          </a:p>
        </p:txBody>
      </p:sp>
      <p:sp>
        <p:nvSpPr>
          <p:cNvPr id="6" name="Slide Number Placeholder 5"/>
          <p:cNvSpPr>
            <a:spLocks noGrp="1"/>
          </p:cNvSpPr>
          <p:nvPr>
            <p:ph type="sldNum" sz="quarter" idx="12"/>
          </p:nvPr>
        </p:nvSpPr>
        <p:spPr/>
        <p:txBody>
          <a:bodyPr/>
          <a:lstStyle/>
          <a:p>
            <a:fld id="{0F06A4E2-163B-4ABA-8562-AD05AC3F17C5}"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6FCEB4-FD16-4B07-9207-FB300F7B14E0}" type="datetime1">
              <a:rPr lang="en-IN" smtClean="0"/>
              <a:t>23-09-2026</a:t>
            </a:fld>
            <a:endParaRPr lang="en-IN"/>
          </a:p>
        </p:txBody>
      </p:sp>
      <p:sp>
        <p:nvSpPr>
          <p:cNvPr id="5" name="Footer Placeholder 4"/>
          <p:cNvSpPr>
            <a:spLocks noGrp="1"/>
          </p:cNvSpPr>
          <p:nvPr>
            <p:ph type="ftr" sz="quarter" idx="11"/>
          </p:nvPr>
        </p:nvSpPr>
        <p:spPr/>
        <p:txBody>
          <a:bodyPr/>
          <a:lstStyle/>
          <a:p>
            <a:r>
              <a:rPr lang="en-IN"/>
              <a:t>VVIT @ Dept. CSM</a:t>
            </a:r>
          </a:p>
        </p:txBody>
      </p:sp>
      <p:sp>
        <p:nvSpPr>
          <p:cNvPr id="6" name="Slide Number Placeholder 5"/>
          <p:cNvSpPr>
            <a:spLocks noGrp="1"/>
          </p:cNvSpPr>
          <p:nvPr>
            <p:ph type="sldNum" sz="quarter" idx="12"/>
          </p:nvPr>
        </p:nvSpPr>
        <p:spPr/>
        <p:txBody>
          <a:bodyPr/>
          <a:lstStyle/>
          <a:p>
            <a:fld id="{0F06A4E2-163B-4ABA-8562-AD05AC3F17C5}"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76E49330-105E-4C2D-A945-D7CB0B65AA0D}" type="datetime1">
              <a:rPr lang="en-IN" smtClean="0"/>
              <a:t>23-09-2026</a:t>
            </a:fld>
            <a:endParaRPr lang="en-IN"/>
          </a:p>
        </p:txBody>
      </p:sp>
      <p:sp>
        <p:nvSpPr>
          <p:cNvPr id="6" name="Footer Placeholder 5"/>
          <p:cNvSpPr>
            <a:spLocks noGrp="1"/>
          </p:cNvSpPr>
          <p:nvPr>
            <p:ph type="ftr" sz="quarter" idx="11"/>
          </p:nvPr>
        </p:nvSpPr>
        <p:spPr/>
        <p:txBody>
          <a:bodyPr/>
          <a:lstStyle/>
          <a:p>
            <a:r>
              <a:rPr lang="en-IN"/>
              <a:t>VVIT @ Dept. CSM</a:t>
            </a:r>
          </a:p>
        </p:txBody>
      </p:sp>
      <p:sp>
        <p:nvSpPr>
          <p:cNvPr id="7" name="Slide Number Placeholder 6"/>
          <p:cNvSpPr>
            <a:spLocks noGrp="1"/>
          </p:cNvSpPr>
          <p:nvPr>
            <p:ph type="sldNum" sz="quarter" idx="12"/>
          </p:nvPr>
        </p:nvSpPr>
        <p:spPr/>
        <p:txBody>
          <a:bodyPr/>
          <a:lstStyle/>
          <a:p>
            <a:fld id="{0F06A4E2-163B-4ABA-8562-AD05AC3F17C5}"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B7A2F794-44E1-4BEF-BC28-A1686AB91B35}" type="datetime1">
              <a:rPr lang="en-IN" smtClean="0"/>
              <a:t>23-09-2026</a:t>
            </a:fld>
            <a:endParaRPr lang="en-IN"/>
          </a:p>
        </p:txBody>
      </p:sp>
      <p:sp>
        <p:nvSpPr>
          <p:cNvPr id="8" name="Footer Placeholder 7"/>
          <p:cNvSpPr>
            <a:spLocks noGrp="1"/>
          </p:cNvSpPr>
          <p:nvPr>
            <p:ph type="ftr" sz="quarter" idx="11"/>
          </p:nvPr>
        </p:nvSpPr>
        <p:spPr/>
        <p:txBody>
          <a:bodyPr/>
          <a:lstStyle/>
          <a:p>
            <a:r>
              <a:rPr lang="en-IN"/>
              <a:t>VVIT @ Dept. CSM</a:t>
            </a:r>
          </a:p>
        </p:txBody>
      </p:sp>
      <p:sp>
        <p:nvSpPr>
          <p:cNvPr id="9" name="Slide Number Placeholder 8"/>
          <p:cNvSpPr>
            <a:spLocks noGrp="1"/>
          </p:cNvSpPr>
          <p:nvPr>
            <p:ph type="sldNum" sz="quarter" idx="12"/>
          </p:nvPr>
        </p:nvSpPr>
        <p:spPr/>
        <p:txBody>
          <a:bodyPr/>
          <a:lstStyle/>
          <a:p>
            <a:fld id="{0F06A4E2-163B-4ABA-8562-AD05AC3F17C5}"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D43309A1-C81B-427D-BCEA-27B741B28E1A}" type="datetime1">
              <a:rPr lang="en-IN" smtClean="0"/>
              <a:t>23-09-2026</a:t>
            </a:fld>
            <a:endParaRPr lang="en-IN"/>
          </a:p>
        </p:txBody>
      </p:sp>
      <p:sp>
        <p:nvSpPr>
          <p:cNvPr id="4" name="Footer Placeholder 3"/>
          <p:cNvSpPr>
            <a:spLocks noGrp="1"/>
          </p:cNvSpPr>
          <p:nvPr>
            <p:ph type="ftr" sz="quarter" idx="11"/>
          </p:nvPr>
        </p:nvSpPr>
        <p:spPr/>
        <p:txBody>
          <a:bodyPr/>
          <a:lstStyle/>
          <a:p>
            <a:r>
              <a:rPr lang="en-IN"/>
              <a:t>VVIT @ Dept. CSM</a:t>
            </a:r>
          </a:p>
        </p:txBody>
      </p:sp>
      <p:sp>
        <p:nvSpPr>
          <p:cNvPr id="5" name="Slide Number Placeholder 4"/>
          <p:cNvSpPr>
            <a:spLocks noGrp="1"/>
          </p:cNvSpPr>
          <p:nvPr>
            <p:ph type="sldNum" sz="quarter" idx="12"/>
          </p:nvPr>
        </p:nvSpPr>
        <p:spPr/>
        <p:txBody>
          <a:bodyPr/>
          <a:lstStyle/>
          <a:p>
            <a:fld id="{0F06A4E2-163B-4ABA-8562-AD05AC3F17C5}"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6757F5-B3DD-41B2-8AD1-E2C7F01E8325}" type="datetime1">
              <a:rPr lang="en-IN" smtClean="0"/>
              <a:t>23-09-2026</a:t>
            </a:fld>
            <a:endParaRPr lang="en-IN"/>
          </a:p>
        </p:txBody>
      </p:sp>
      <p:sp>
        <p:nvSpPr>
          <p:cNvPr id="3" name="Footer Placeholder 2"/>
          <p:cNvSpPr>
            <a:spLocks noGrp="1"/>
          </p:cNvSpPr>
          <p:nvPr>
            <p:ph type="ftr" sz="quarter" idx="11"/>
          </p:nvPr>
        </p:nvSpPr>
        <p:spPr/>
        <p:txBody>
          <a:bodyPr/>
          <a:lstStyle/>
          <a:p>
            <a:r>
              <a:rPr lang="en-IN"/>
              <a:t>VVIT @ Dept. CSM</a:t>
            </a:r>
          </a:p>
        </p:txBody>
      </p:sp>
      <p:sp>
        <p:nvSpPr>
          <p:cNvPr id="4" name="Slide Number Placeholder 3"/>
          <p:cNvSpPr>
            <a:spLocks noGrp="1"/>
          </p:cNvSpPr>
          <p:nvPr>
            <p:ph type="sldNum" sz="quarter" idx="12"/>
          </p:nvPr>
        </p:nvSpPr>
        <p:spPr/>
        <p:txBody>
          <a:bodyPr/>
          <a:lstStyle/>
          <a:p>
            <a:fld id="{0F06A4E2-163B-4ABA-8562-AD05AC3F17C5}"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2632F12-6279-426C-8A42-8E638B69DA5E}" type="datetime1">
              <a:rPr lang="en-IN" smtClean="0"/>
              <a:t>23-09-2026</a:t>
            </a:fld>
            <a:endParaRPr lang="en-IN"/>
          </a:p>
        </p:txBody>
      </p:sp>
      <p:sp>
        <p:nvSpPr>
          <p:cNvPr id="6" name="Footer Placeholder 5"/>
          <p:cNvSpPr>
            <a:spLocks noGrp="1"/>
          </p:cNvSpPr>
          <p:nvPr>
            <p:ph type="ftr" sz="quarter" idx="11"/>
          </p:nvPr>
        </p:nvSpPr>
        <p:spPr/>
        <p:txBody>
          <a:bodyPr/>
          <a:lstStyle/>
          <a:p>
            <a:r>
              <a:rPr lang="en-IN"/>
              <a:t>VVIT @ Dept. CSM</a:t>
            </a:r>
          </a:p>
        </p:txBody>
      </p:sp>
      <p:sp>
        <p:nvSpPr>
          <p:cNvPr id="7" name="Slide Number Placeholder 6"/>
          <p:cNvSpPr>
            <a:spLocks noGrp="1"/>
          </p:cNvSpPr>
          <p:nvPr>
            <p:ph type="sldNum" sz="quarter" idx="12"/>
          </p:nvPr>
        </p:nvSpPr>
        <p:spPr/>
        <p:txBody>
          <a:bodyPr/>
          <a:lstStyle/>
          <a:p>
            <a:fld id="{0F06A4E2-163B-4ABA-8562-AD05AC3F17C5}"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ABB4110-22B7-47D9-9F58-54C5B302AF6D}" type="datetime1">
              <a:rPr lang="en-IN" smtClean="0"/>
              <a:t>23-09-2026</a:t>
            </a:fld>
            <a:endParaRPr lang="en-IN"/>
          </a:p>
        </p:txBody>
      </p:sp>
      <p:sp>
        <p:nvSpPr>
          <p:cNvPr id="6" name="Footer Placeholder 5"/>
          <p:cNvSpPr>
            <a:spLocks noGrp="1"/>
          </p:cNvSpPr>
          <p:nvPr>
            <p:ph type="ftr" sz="quarter" idx="11"/>
          </p:nvPr>
        </p:nvSpPr>
        <p:spPr/>
        <p:txBody>
          <a:bodyPr/>
          <a:lstStyle/>
          <a:p>
            <a:r>
              <a:rPr lang="en-IN"/>
              <a:t>VVIT @ Dept. CSM</a:t>
            </a:r>
          </a:p>
        </p:txBody>
      </p:sp>
      <p:sp>
        <p:nvSpPr>
          <p:cNvPr id="7" name="Slide Number Placeholder 6"/>
          <p:cNvSpPr>
            <a:spLocks noGrp="1"/>
          </p:cNvSpPr>
          <p:nvPr>
            <p:ph type="sldNum" sz="quarter" idx="12"/>
          </p:nvPr>
        </p:nvSpPr>
        <p:spPr/>
        <p:txBody>
          <a:bodyPr/>
          <a:lstStyle/>
          <a:p>
            <a:fld id="{0F06A4E2-163B-4ABA-8562-AD05AC3F17C5}"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0575400-B1DF-4AF6-AB50-CBCE8962669C}" type="datetime1">
              <a:rPr lang="en-IN" smtClean="0"/>
              <a:t>23-09-2026</a:t>
            </a:fld>
            <a:endParaRPr lang="en-IN"/>
          </a:p>
        </p:txBody>
      </p:sp>
      <p:sp>
        <p:nvSpPr>
          <p:cNvPr id="5" name="Footer Placeholder 4"/>
          <p:cNvSpPr>
            <a:spLocks noGrp="1"/>
          </p:cNvSpPr>
          <p:nvPr>
            <p:ph type="ftr" sz="quarter" idx="11"/>
          </p:nvPr>
        </p:nvSpPr>
        <p:spPr/>
        <p:txBody>
          <a:bodyPr/>
          <a:lstStyle/>
          <a:p>
            <a:r>
              <a:rPr lang="en-IN"/>
              <a:t>VVIT @ Dept. CSM</a:t>
            </a:r>
          </a:p>
        </p:txBody>
      </p:sp>
      <p:sp>
        <p:nvSpPr>
          <p:cNvPr id="6" name="Slide Number Placeholder 5"/>
          <p:cNvSpPr>
            <a:spLocks noGrp="1"/>
          </p:cNvSpPr>
          <p:nvPr>
            <p:ph type="sldNum" sz="quarter" idx="12"/>
          </p:nvPr>
        </p:nvSpPr>
        <p:spPr/>
        <p:txBody>
          <a:bodyPr/>
          <a:lstStyle/>
          <a:p>
            <a:fld id="{0F06A4E2-163B-4ABA-8562-AD05AC3F17C5}"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8A8D284-3CDB-49DE-A927-05878722C64F}" type="datetime1">
              <a:rPr lang="en-IN" smtClean="0"/>
              <a:t>23-09-2026</a:t>
            </a:fld>
            <a:endParaRPr lang="en-IN"/>
          </a:p>
        </p:txBody>
      </p:sp>
      <p:sp>
        <p:nvSpPr>
          <p:cNvPr id="5" name="Footer Placeholder 4"/>
          <p:cNvSpPr>
            <a:spLocks noGrp="1"/>
          </p:cNvSpPr>
          <p:nvPr>
            <p:ph type="ftr" sz="quarter" idx="11"/>
          </p:nvPr>
        </p:nvSpPr>
        <p:spPr/>
        <p:txBody>
          <a:bodyPr/>
          <a:lstStyle/>
          <a:p>
            <a:r>
              <a:rPr lang="en-IN"/>
              <a:t>VVIT @ Dept. CSM</a:t>
            </a:r>
          </a:p>
        </p:txBody>
      </p:sp>
      <p:sp>
        <p:nvSpPr>
          <p:cNvPr id="6" name="Slide Number Placeholder 5"/>
          <p:cNvSpPr>
            <a:spLocks noGrp="1"/>
          </p:cNvSpPr>
          <p:nvPr>
            <p:ph type="sldNum" sz="quarter" idx="12"/>
          </p:nvPr>
        </p:nvSpPr>
        <p:spPr/>
        <p:txBody>
          <a:bodyPr/>
          <a:lstStyle/>
          <a:p>
            <a:fld id="{0F06A4E2-163B-4ABA-8562-AD05AC3F17C5}"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2B7110-61B4-45BA-A110-4FCE83D5E720}" type="datetime1">
              <a:rPr lang="en-IN" smtClean="0"/>
              <a:t>23-09-2026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VVIT @ Dept. CSM</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06A4E2-163B-4ABA-8562-AD05AC3F17C5}"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claude.ai/artifact/Y1zhLcSZVtuVqnMLJCDTfp"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B1A8B0-3C3E-4DAC-946D-F1A2452D5558}" type="datetime1">
              <a:rPr lang="en-IN" smtClean="0">
                <a:solidFill>
                  <a:srgbClr val="E77E69"/>
                </a:solidFill>
              </a:rPr>
              <a:t>23-09-2026</a:t>
            </a:fld>
            <a:endParaRPr lang="en-IN" dirty="0">
              <a:solidFill>
                <a:srgbClr val="E77E69"/>
              </a:solidFill>
            </a:endParaRPr>
          </a:p>
        </p:txBody>
      </p:sp>
      <p:sp>
        <p:nvSpPr>
          <p:cNvPr id="4" name="Slide Number Placeholder 3"/>
          <p:cNvSpPr>
            <a:spLocks noGrp="1"/>
          </p:cNvSpPr>
          <p:nvPr>
            <p:ph type="sldNum" sz="quarter" idx="12"/>
          </p:nvPr>
        </p:nvSpPr>
        <p:spPr/>
        <p:txBody>
          <a:bodyPr/>
          <a:lstStyle/>
          <a:p>
            <a:fld id="{0F06A4E2-163B-4ABA-8562-AD05AC3F17C5}" type="slidenum">
              <a:rPr lang="en-IN" smtClean="0">
                <a:solidFill>
                  <a:srgbClr val="E77E69"/>
                </a:solidFill>
              </a:rPr>
              <a:t>1</a:t>
            </a:fld>
            <a:endParaRPr lang="en-IN" dirty="0">
              <a:solidFill>
                <a:srgbClr val="E77E69"/>
              </a:solidFill>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08880" y="223842"/>
            <a:ext cx="2174240" cy="1517438"/>
          </a:xfrm>
          <a:prstGeom prst="rect">
            <a:avLst/>
          </a:prstGeom>
        </p:spPr>
      </p:pic>
      <p:sp>
        <p:nvSpPr>
          <p:cNvPr id="6" name="TextBox 5"/>
          <p:cNvSpPr txBox="1"/>
          <p:nvPr/>
        </p:nvSpPr>
        <p:spPr>
          <a:xfrm>
            <a:off x="1184698" y="1732772"/>
            <a:ext cx="9822608" cy="954107"/>
          </a:xfrm>
          <a:prstGeom prst="rect">
            <a:avLst/>
          </a:prstGeom>
          <a:noFill/>
        </p:spPr>
        <p:txBody>
          <a:bodyPr wrap="square" rtlCol="0">
            <a:spAutoFit/>
          </a:bodyPr>
          <a:lstStyle/>
          <a:p>
            <a:pPr algn="ctr"/>
            <a:r>
              <a:rPr lang="en-IN" sz="2800" dirty="0">
                <a:latin typeface="Times New Roman" panose="02020603050405020304" pitchFamily="18" charset="0"/>
                <a:cs typeface="Times New Roman" panose="02020603050405020304" pitchFamily="18" charset="0"/>
              </a:rPr>
              <a:t>Contribution-Aware Trust Mechanism for </a:t>
            </a:r>
          </a:p>
          <a:p>
            <a:pPr algn="ctr"/>
            <a:r>
              <a:rPr lang="en-IN" sz="2800" dirty="0">
                <a:latin typeface="Times New Roman" panose="02020603050405020304" pitchFamily="18" charset="0"/>
                <a:cs typeface="Times New Roman" panose="02020603050405020304" pitchFamily="18" charset="0"/>
              </a:rPr>
              <a:t>Poisoning Attack Detection in Swarm Learning</a:t>
            </a:r>
          </a:p>
        </p:txBody>
      </p:sp>
      <p:sp>
        <p:nvSpPr>
          <p:cNvPr id="7" name="TextBox 6"/>
          <p:cNvSpPr txBox="1"/>
          <p:nvPr/>
        </p:nvSpPr>
        <p:spPr>
          <a:xfrm>
            <a:off x="4864925" y="2751597"/>
            <a:ext cx="2531462" cy="369332"/>
          </a:xfrm>
          <a:prstGeom prst="rect">
            <a:avLst/>
          </a:prstGeom>
          <a:noFill/>
        </p:spPr>
        <p:txBody>
          <a:bodyPr wrap="none" rtlCol="0">
            <a:spAutoFit/>
          </a:bodyPr>
          <a:lstStyle/>
          <a:p>
            <a:r>
              <a:rPr lang="en-IN" dirty="0">
                <a:solidFill>
                  <a:srgbClr val="E77E69"/>
                </a:solidFill>
                <a:latin typeface="Times New Roman" panose="02020603050405020304" pitchFamily="18" charset="0"/>
                <a:cs typeface="Times New Roman" panose="02020603050405020304" pitchFamily="18" charset="0"/>
              </a:rPr>
              <a:t>Major Project Review - 1</a:t>
            </a:r>
          </a:p>
        </p:txBody>
      </p:sp>
      <p:sp>
        <p:nvSpPr>
          <p:cNvPr id="8" name="TextBox 7"/>
          <p:cNvSpPr txBox="1"/>
          <p:nvPr/>
        </p:nvSpPr>
        <p:spPr>
          <a:xfrm>
            <a:off x="5038626" y="3102396"/>
            <a:ext cx="2114746" cy="369332"/>
          </a:xfrm>
          <a:prstGeom prst="rect">
            <a:avLst/>
          </a:prstGeom>
          <a:noFill/>
        </p:spPr>
        <p:txBody>
          <a:bodyPr wrap="none" rtlCol="0">
            <a:spAutoFit/>
          </a:bodyPr>
          <a:lstStyle/>
          <a:p>
            <a:pPr algn="ctr"/>
            <a:r>
              <a:rPr lang="en-IN" dirty="0">
                <a:latin typeface="Times New Roman" panose="02020603050405020304" pitchFamily="18" charset="0"/>
                <a:cs typeface="Times New Roman" panose="02020603050405020304" pitchFamily="18" charset="0"/>
              </a:rPr>
              <a:t>Batch ID: AIM-A14 </a:t>
            </a:r>
          </a:p>
        </p:txBody>
      </p:sp>
      <p:sp>
        <p:nvSpPr>
          <p:cNvPr id="9" name="TextBox 8"/>
          <p:cNvSpPr txBox="1"/>
          <p:nvPr/>
        </p:nvSpPr>
        <p:spPr>
          <a:xfrm>
            <a:off x="1757756" y="4841655"/>
            <a:ext cx="3216971" cy="646331"/>
          </a:xfrm>
          <a:prstGeom prst="rect">
            <a:avLst/>
          </a:prstGeom>
          <a:noFill/>
        </p:spPr>
        <p:txBody>
          <a:bodyPr wrap="none" rtlCol="0">
            <a:spAutoFit/>
          </a:bodyPr>
          <a:lstStyle/>
          <a:p>
            <a:pPr algn="ctr"/>
            <a:r>
              <a:rPr lang="en-IN" dirty="0">
                <a:latin typeface="Times New Roman" panose="02020603050405020304" pitchFamily="18" charset="0"/>
                <a:cs typeface="Times New Roman" panose="02020603050405020304" pitchFamily="18" charset="0"/>
              </a:rPr>
              <a:t>Mrs. B. Lalitha Rajeswari</a:t>
            </a:r>
          </a:p>
          <a:p>
            <a:pPr algn="ctr"/>
            <a:r>
              <a:rPr lang="en-IN" dirty="0">
                <a:latin typeface="Times New Roman" panose="02020603050405020304" pitchFamily="18" charset="0"/>
                <a:cs typeface="Times New Roman" panose="02020603050405020304" pitchFamily="18" charset="0"/>
              </a:rPr>
              <a:t>Assistant Professor, CSM, VVIT</a:t>
            </a:r>
          </a:p>
        </p:txBody>
      </p:sp>
      <p:sp>
        <p:nvSpPr>
          <p:cNvPr id="10" name="TextBox 9"/>
          <p:cNvSpPr txBox="1"/>
          <p:nvPr/>
        </p:nvSpPr>
        <p:spPr>
          <a:xfrm>
            <a:off x="7636329" y="4315108"/>
            <a:ext cx="2608535" cy="400110"/>
          </a:xfrm>
          <a:prstGeom prst="rect">
            <a:avLst/>
          </a:prstGeom>
          <a:noFill/>
        </p:spPr>
        <p:txBody>
          <a:bodyPr wrap="none" rtlCol="0">
            <a:spAutoFit/>
          </a:bodyPr>
          <a:lstStyle/>
          <a:p>
            <a:pPr algn="ctr"/>
            <a:r>
              <a:rPr lang="en-IN" sz="2000" i="1" dirty="0">
                <a:solidFill>
                  <a:srgbClr val="E77E69"/>
                </a:solidFill>
                <a:latin typeface="Times New Roman" panose="02020603050405020304" pitchFamily="18" charset="0"/>
                <a:cs typeface="Times New Roman" panose="02020603050405020304" pitchFamily="18" charset="0"/>
              </a:rPr>
              <a:t>Project Batch Members</a:t>
            </a:r>
          </a:p>
        </p:txBody>
      </p:sp>
      <p:sp>
        <p:nvSpPr>
          <p:cNvPr id="12" name="TextBox 11"/>
          <p:cNvSpPr txBox="1"/>
          <p:nvPr/>
        </p:nvSpPr>
        <p:spPr>
          <a:xfrm>
            <a:off x="6223548" y="4936546"/>
            <a:ext cx="2825562"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Student 1 – 23BQ1A6129</a:t>
            </a:r>
          </a:p>
          <a:p>
            <a:r>
              <a:rPr lang="en-IN" dirty="0">
                <a:latin typeface="Times New Roman" panose="02020603050405020304" pitchFamily="18" charset="0"/>
                <a:cs typeface="Times New Roman" panose="02020603050405020304" pitchFamily="18" charset="0"/>
              </a:rPr>
              <a:t>Student 2 – 23BQ1A6136</a:t>
            </a:r>
          </a:p>
        </p:txBody>
      </p:sp>
      <p:sp>
        <p:nvSpPr>
          <p:cNvPr id="13" name="TextBox 12"/>
          <p:cNvSpPr txBox="1"/>
          <p:nvPr/>
        </p:nvSpPr>
        <p:spPr>
          <a:xfrm>
            <a:off x="9208286" y="4936546"/>
            <a:ext cx="2678913"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Student 3 – 23BQ1A6123</a:t>
            </a:r>
          </a:p>
          <a:p>
            <a:r>
              <a:rPr lang="en-IN" dirty="0">
                <a:latin typeface="Times New Roman" panose="02020603050405020304" pitchFamily="18" charset="0"/>
                <a:cs typeface="Times New Roman" panose="02020603050405020304" pitchFamily="18" charset="0"/>
              </a:rPr>
              <a:t>Student 4 – 24BQ5A6125</a:t>
            </a:r>
          </a:p>
        </p:txBody>
      </p:sp>
      <p:sp>
        <p:nvSpPr>
          <p:cNvPr id="14" name="TextBox 13"/>
          <p:cNvSpPr txBox="1"/>
          <p:nvPr/>
        </p:nvSpPr>
        <p:spPr>
          <a:xfrm>
            <a:off x="2556497" y="4315108"/>
            <a:ext cx="1619482" cy="400110"/>
          </a:xfrm>
          <a:prstGeom prst="rect">
            <a:avLst/>
          </a:prstGeom>
          <a:noFill/>
        </p:spPr>
        <p:txBody>
          <a:bodyPr wrap="none" rtlCol="0">
            <a:spAutoFit/>
          </a:bodyPr>
          <a:lstStyle/>
          <a:p>
            <a:pPr algn="ctr"/>
            <a:r>
              <a:rPr lang="en-IN" sz="2000" i="1" dirty="0">
                <a:solidFill>
                  <a:srgbClr val="E77E69"/>
                </a:solidFill>
                <a:latin typeface="Times New Roman" panose="02020603050405020304" pitchFamily="18" charset="0"/>
                <a:cs typeface="Times New Roman" panose="02020603050405020304" pitchFamily="18" charset="0"/>
              </a:rPr>
              <a:t>Project Guide</a:t>
            </a:r>
          </a:p>
        </p:txBody>
      </p:sp>
      <p:sp>
        <p:nvSpPr>
          <p:cNvPr id="15" name="Footer Placeholder 11"/>
          <p:cNvSpPr>
            <a:spLocks noGrp="1"/>
          </p:cNvSpPr>
          <p:nvPr>
            <p:ph type="ftr" sz="quarter" idx="11"/>
          </p:nvPr>
        </p:nvSpPr>
        <p:spPr>
          <a:xfrm>
            <a:off x="3999271" y="6460922"/>
            <a:ext cx="4114800" cy="365125"/>
          </a:xfrm>
        </p:spPr>
        <p:txBody>
          <a:bodyPr/>
          <a:lstStyle/>
          <a:p>
            <a:r>
              <a:rPr lang="en-IN" dirty="0">
                <a:solidFill>
                  <a:srgbClr val="E77E32"/>
                </a:solidFill>
              </a:rPr>
              <a:t>Dept. CSM @ VVIT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6">
            <a:extLst>
              <a:ext uri="{FF2B5EF4-FFF2-40B4-BE49-F238E27FC236}">
                <a16:creationId xmlns:a16="http://schemas.microsoft.com/office/drawing/2014/main" id="{A3D3E7E4-1329-F862-0642-863441EC452C}"/>
              </a:ext>
            </a:extLst>
          </p:cNvPr>
          <p:cNvSpPr>
            <a:spLocks noGrp="1"/>
          </p:cNvSpPr>
          <p:nvPr>
            <p:ph type="title"/>
          </p:nvPr>
        </p:nvSpPr>
        <p:spPr>
          <a:xfrm>
            <a:off x="838200" y="1041777"/>
            <a:ext cx="10515600" cy="648911"/>
          </a:xfrm>
        </p:spPr>
        <p:txBody>
          <a:bodyPr>
            <a:normAutofit/>
          </a:bodyPr>
          <a:lstStyle/>
          <a:p>
            <a:r>
              <a:rPr lang="en-US" sz="3200" dirty="0">
                <a:latin typeface="Times New Roman" panose="02020603050405020304" pitchFamily="18" charset="0"/>
                <a:cs typeface="Times New Roman" panose="02020603050405020304" pitchFamily="18" charset="0"/>
              </a:rPr>
              <a:t>What is </a:t>
            </a:r>
            <a:r>
              <a:rPr lang="en-US" sz="3200" i="1" dirty="0">
                <a:latin typeface="Times New Roman" panose="02020603050405020304" pitchFamily="18" charset="0"/>
                <a:cs typeface="Times New Roman" panose="02020603050405020304" pitchFamily="18" charset="0"/>
                <a:hlinkClick r:id="rId3"/>
              </a:rPr>
              <a:t>Swarm Learning</a:t>
            </a:r>
            <a:r>
              <a:rPr lang="en-US" sz="3200" dirty="0">
                <a:latin typeface="Times New Roman" panose="02020603050405020304" pitchFamily="18" charset="0"/>
                <a:cs typeface="Times New Roman" panose="02020603050405020304" pitchFamily="18" charset="0"/>
              </a:rPr>
              <a:t>?</a:t>
            </a:r>
            <a:endParaRPr lang="en-IN" sz="3200" dirty="0">
              <a:latin typeface="Times New Roman" panose="020206030504050203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8AD329FE-AC0D-43DC-7E48-AABF48123263}"/>
              </a:ext>
            </a:extLst>
          </p:cNvPr>
          <p:cNvSpPr>
            <a:spLocks noGrp="1"/>
          </p:cNvSpPr>
          <p:nvPr>
            <p:ph idx="1"/>
          </p:nvPr>
        </p:nvSpPr>
        <p:spPr/>
        <p:txBody>
          <a:bodyPr/>
          <a:lstStyle/>
          <a:p>
            <a:pPr algn="just">
              <a:lnSpc>
                <a:spcPct val="150000"/>
              </a:lnSpc>
            </a:pPr>
            <a:r>
              <a:rPr lang="en-US" altLang="en-GB" sz="1800" dirty="0">
                <a:latin typeface="Times New Roman" panose="02020603050405020304" pitchFamily="18" charset="0"/>
                <a:cs typeface="Times New Roman" panose="02020603050405020304" pitchFamily="18" charset="0"/>
              </a:rPr>
              <a:t>Swarm Learning enables multiple organizations(Hospitals, financial institutions, e-commerce), to collaboratively train an AI model without sharing their private data. </a:t>
            </a:r>
          </a:p>
          <a:p>
            <a:pPr>
              <a:lnSpc>
                <a:spcPct val="150000"/>
              </a:lnSpc>
            </a:pPr>
            <a:r>
              <a:rPr lang="en-IN" sz="1800" dirty="0">
                <a:latin typeface="Times New Roman" panose="02020603050405020304" pitchFamily="18" charset="0"/>
                <a:cs typeface="Times New Roman" panose="02020603050405020304" pitchFamily="18" charset="0"/>
              </a:rPr>
              <a:t>This image shows a swarm of birds flying in the air, with peer to peer interactions</a:t>
            </a:r>
            <a:r>
              <a:rPr lang="en-IN" dirty="0">
                <a:latin typeface="Times New Roman" panose="02020603050405020304" pitchFamily="18" charset="0"/>
                <a:cs typeface="Times New Roman" panose="02020603050405020304" pitchFamily="18" charset="0"/>
              </a:rPr>
              <a:t>.</a:t>
            </a:r>
          </a:p>
          <a:p>
            <a:pPr marL="0" indent="0" algn="ctr">
              <a:buNone/>
            </a:pPr>
            <a:endParaRPr lang="en-IN" dirty="0"/>
          </a:p>
        </p:txBody>
      </p:sp>
      <p:sp>
        <p:nvSpPr>
          <p:cNvPr id="11" name="Date Placeholder 10"/>
          <p:cNvSpPr>
            <a:spLocks noGrp="1"/>
          </p:cNvSpPr>
          <p:nvPr>
            <p:ph type="dt" sz="half" idx="10"/>
          </p:nvPr>
        </p:nvSpPr>
        <p:spPr/>
        <p:txBody>
          <a:bodyPr/>
          <a:lstStyle/>
          <a:p>
            <a:fld id="{C72AAC90-D07C-417D-96C6-81B39DB87062}" type="datetime1">
              <a:rPr lang="en-IN" smtClean="0">
                <a:solidFill>
                  <a:schemeClr val="tx1"/>
                </a:solidFill>
              </a:rPr>
              <a:t>23-09-2026</a:t>
            </a:fld>
            <a:endParaRPr lang="en-IN" dirty="0">
              <a:solidFill>
                <a:schemeClr val="tx1"/>
              </a:solidFill>
            </a:endParaRPr>
          </a:p>
        </p:txBody>
      </p:sp>
      <p:sp>
        <p:nvSpPr>
          <p:cNvPr id="12" name="Footer Placeholder 11"/>
          <p:cNvSpPr>
            <a:spLocks noGrp="1"/>
          </p:cNvSpPr>
          <p:nvPr>
            <p:ph type="ftr" sz="quarter" idx="11"/>
          </p:nvPr>
        </p:nvSpPr>
        <p:spPr/>
        <p:txBody>
          <a:bodyPr/>
          <a:lstStyle/>
          <a:p>
            <a:r>
              <a:rPr lang="en-IN" dirty="0">
                <a:solidFill>
                  <a:schemeClr val="tx1"/>
                </a:solidFill>
              </a:rPr>
              <a:t>Dept. CSM @ VVIT</a:t>
            </a:r>
          </a:p>
        </p:txBody>
      </p:sp>
      <p:sp>
        <p:nvSpPr>
          <p:cNvPr id="13" name="Slide Number Placeholder 12"/>
          <p:cNvSpPr>
            <a:spLocks noGrp="1"/>
          </p:cNvSpPr>
          <p:nvPr>
            <p:ph type="sldNum" sz="quarter" idx="12"/>
          </p:nvPr>
        </p:nvSpPr>
        <p:spPr/>
        <p:txBody>
          <a:bodyPr/>
          <a:lstStyle/>
          <a:p>
            <a:fld id="{0F06A4E2-163B-4ABA-8562-AD05AC3F17C5}" type="slidenum">
              <a:rPr lang="en-IN" sz="1800" smtClean="0">
                <a:solidFill>
                  <a:schemeClr val="tx1"/>
                </a:solidFill>
              </a:rPr>
              <a:t>2</a:t>
            </a:fld>
            <a:endParaRPr lang="en-IN" sz="1800" dirty="0">
              <a:solidFill>
                <a:schemeClr val="tx1"/>
              </a:solidFill>
            </a:endParaRPr>
          </a:p>
        </p:txBody>
      </p:sp>
      <p:sp>
        <p:nvSpPr>
          <p:cNvPr id="2" name="TextBox 1"/>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pic>
        <p:nvPicPr>
          <p:cNvPr id="20" name="Picture 19" descr="The image depicts a large, dark cloud dispersing into the sky, with a small black bird flying above.&#10;&#10;AI-generated content may be incorrect.">
            <a:extLst>
              <a:ext uri="{FF2B5EF4-FFF2-40B4-BE49-F238E27FC236}">
                <a16:creationId xmlns:a16="http://schemas.microsoft.com/office/drawing/2014/main" id="{B212F7DF-29B6-AC68-0BCA-9A3BA72C2A7A}"/>
              </a:ext>
            </a:extLst>
          </p:cNvPr>
          <p:cNvPicPr>
            <a:picLocks noChangeAspect="1"/>
          </p:cNvPicPr>
          <p:nvPr/>
        </p:nvPicPr>
        <p:blipFill>
          <a:blip r:embed="rId5"/>
          <a:stretch>
            <a:fillRect/>
          </a:stretch>
        </p:blipFill>
        <p:spPr>
          <a:xfrm>
            <a:off x="2705880" y="3422684"/>
            <a:ext cx="2132649" cy="2656046"/>
          </a:xfrm>
          <a:prstGeom prst="rect">
            <a:avLst/>
          </a:prstGeom>
        </p:spPr>
      </p:pic>
      <p:cxnSp>
        <p:nvCxnSpPr>
          <p:cNvPr id="22" name="Straight Arrow Connector 21">
            <a:extLst>
              <a:ext uri="{FF2B5EF4-FFF2-40B4-BE49-F238E27FC236}">
                <a16:creationId xmlns:a16="http://schemas.microsoft.com/office/drawing/2014/main" id="{9DC33FC8-D25C-EEF2-9EC9-998273E03DDA}"/>
              </a:ext>
            </a:extLst>
          </p:cNvPr>
          <p:cNvCxnSpPr>
            <a:cxnSpLocks/>
          </p:cNvCxnSpPr>
          <p:nvPr/>
        </p:nvCxnSpPr>
        <p:spPr>
          <a:xfrm flipH="1">
            <a:off x="4857486" y="4292958"/>
            <a:ext cx="77197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BA86A3B-3DFD-252E-3D78-A2D71379E1DE}"/>
              </a:ext>
            </a:extLst>
          </p:cNvPr>
          <p:cNvSpPr txBox="1"/>
          <p:nvPr/>
        </p:nvSpPr>
        <p:spPr>
          <a:xfrm rot="10800000" flipV="1">
            <a:off x="5523720" y="3919089"/>
            <a:ext cx="5365103" cy="738664"/>
          </a:xfrm>
          <a:prstGeom prst="rect">
            <a:avLst/>
          </a:prstGeom>
          <a:noFill/>
        </p:spPr>
        <p:txBody>
          <a:bodyPr wrap="square">
            <a:spAutoFit/>
          </a:bodyPr>
          <a:lstStyle/>
          <a:p>
            <a:pPr algn="just"/>
            <a:r>
              <a:rPr lang="en-IN" sz="2400" dirty="0">
                <a:solidFill>
                  <a:schemeClr val="accent3">
                    <a:lumMod val="75000"/>
                  </a:schemeClr>
                </a:solidFill>
              </a:rPr>
              <a:t>  </a:t>
            </a:r>
            <a:r>
              <a:rPr lang="en-IN" i="1" dirty="0">
                <a:solidFill>
                  <a:schemeClr val="accent3">
                    <a:lumMod val="75000"/>
                  </a:schemeClr>
                </a:solidFill>
                <a:latin typeface="Times New Roman" panose="02020603050405020304" pitchFamily="18" charset="0"/>
                <a:cs typeface="Times New Roman" panose="02020603050405020304" pitchFamily="18" charset="0"/>
              </a:rPr>
              <a:t>peer-to-peer</a:t>
            </a:r>
            <a:r>
              <a:rPr lang="en-IN" dirty="0">
                <a:solidFill>
                  <a:schemeClr val="accent3">
                    <a:lumMod val="75000"/>
                  </a:schemeClr>
                </a:solidFill>
                <a:latin typeface="Times New Roman" panose="02020603050405020304" pitchFamily="18" charset="0"/>
                <a:cs typeface="Times New Roman" panose="02020603050405020304" pitchFamily="18" charset="0"/>
              </a:rPr>
              <a:t> collaboration without needing a central      coordinator</a:t>
            </a:r>
            <a:endParaRPr lang="en-US" sz="2400" dirty="0">
              <a:solidFill>
                <a:schemeClr val="accent3">
                  <a:lumMod val="7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60EDF-D3B2-A1CD-A7E5-11B5594FB21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07DFE69-863B-6075-4C53-B33121F83E8A}"/>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6BA4BBCA-F59A-B613-E5D0-CCE8E71B7A50}"/>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C55B09F5-887D-634F-DD70-0D3EF4370C8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23-09-2026</a:t>
            </a:fld>
            <a:endParaRPr lang="en-IN" dirty="0">
              <a:solidFill>
                <a:schemeClr val="tx1"/>
              </a:solidFill>
            </a:endParaRPr>
          </a:p>
        </p:txBody>
      </p:sp>
      <p:sp>
        <p:nvSpPr>
          <p:cNvPr id="12" name="Footer Placeholder 11">
            <a:extLst>
              <a:ext uri="{FF2B5EF4-FFF2-40B4-BE49-F238E27FC236}">
                <a16:creationId xmlns:a16="http://schemas.microsoft.com/office/drawing/2014/main" id="{353DD2CB-C0D0-B567-B66B-27CDB078571F}"/>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3" name="Slide Number Placeholder 12">
            <a:extLst>
              <a:ext uri="{FF2B5EF4-FFF2-40B4-BE49-F238E27FC236}">
                <a16:creationId xmlns:a16="http://schemas.microsoft.com/office/drawing/2014/main" id="{BD66D2E3-0899-6F08-187B-2D22C8261ADF}"/>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3</a:t>
            </a:fld>
            <a:endParaRPr lang="en-IN" sz="1800" dirty="0">
              <a:solidFill>
                <a:schemeClr val="tx1"/>
              </a:solidFill>
            </a:endParaRPr>
          </a:p>
        </p:txBody>
      </p:sp>
      <p:sp>
        <p:nvSpPr>
          <p:cNvPr id="15" name="TextBox 14">
            <a:extLst>
              <a:ext uri="{FF2B5EF4-FFF2-40B4-BE49-F238E27FC236}">
                <a16:creationId xmlns:a16="http://schemas.microsoft.com/office/drawing/2014/main" id="{C86F9AEE-3BD3-C70A-7C6A-6D5E333681E9}"/>
              </a:ext>
            </a:extLst>
          </p:cNvPr>
          <p:cNvSpPr txBox="1"/>
          <p:nvPr/>
        </p:nvSpPr>
        <p:spPr>
          <a:xfrm flipH="1">
            <a:off x="335901" y="877163"/>
            <a:ext cx="11720167"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Purpose of Swarm Learning </a:t>
            </a:r>
            <a:endParaRPr lang="en-IN" sz="32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6A569639-F18D-FA1B-8787-BAEE3BDCD5BF}"/>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a:extLst>
              <a:ext uri="{FF2B5EF4-FFF2-40B4-BE49-F238E27FC236}">
                <a16:creationId xmlns:a16="http://schemas.microsoft.com/office/drawing/2014/main" id="{01F8FE0D-9681-0346-376E-9289932B4B8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46E3E31A-38D5-8D89-930F-389CA07C4995}"/>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6" name="TextBox 5">
            <a:extLst>
              <a:ext uri="{FF2B5EF4-FFF2-40B4-BE49-F238E27FC236}">
                <a16:creationId xmlns:a16="http://schemas.microsoft.com/office/drawing/2014/main" id="{3238146F-5DA3-D442-0658-D4558BFA1CB2}"/>
              </a:ext>
            </a:extLst>
          </p:cNvPr>
          <p:cNvSpPr txBox="1"/>
          <p:nvPr/>
        </p:nvSpPr>
        <p:spPr>
          <a:xfrm>
            <a:off x="522513" y="1548881"/>
            <a:ext cx="10704930" cy="225856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altLang="en-GB" sz="2000" dirty="0">
                <a:latin typeface="Times New Roman" panose="02020603050405020304" pitchFamily="18" charset="0"/>
                <a:cs typeface="Times New Roman" panose="02020603050405020304" pitchFamily="18" charset="0"/>
              </a:rPr>
              <a:t>Swarm Learning enables multiple organizations(Hospitals, financial institutions, e-commerce), to collaboratively train an AI model without sharing their </a:t>
            </a:r>
            <a:r>
              <a:rPr lang="en-US" altLang="en-GB" sz="2000" i="1" dirty="0">
                <a:latin typeface="Times New Roman" panose="02020603050405020304" pitchFamily="18" charset="0"/>
                <a:cs typeface="Times New Roman" panose="02020603050405020304" pitchFamily="18" charset="0"/>
              </a:rPr>
              <a:t>private data</a:t>
            </a:r>
            <a:r>
              <a:rPr lang="en-US" altLang="en-GB" sz="2000" dirty="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main purpose is to enable collaborative machine learning while maintaining data privacy .</a:t>
            </a:r>
          </a:p>
          <a:p>
            <a:pPr marL="800100" lvl="1" indent="-342900">
              <a:lnSpc>
                <a:spcPct val="150000"/>
              </a:lnSpc>
              <a:buFont typeface="Arial" panose="020B0604020202020204" pitchFamily="34" charset="0"/>
              <a:buChar char="•"/>
            </a:pPr>
            <a:r>
              <a:rPr lang="en-US" i="1" dirty="0">
                <a:latin typeface="Times New Roman" panose="02020603050405020304" pitchFamily="18" charset="0"/>
                <a:cs typeface="Times New Roman" panose="02020603050405020304" pitchFamily="18" charset="0"/>
              </a:rPr>
              <a:t>Raw data remains at the local participant.                                       </a:t>
            </a:r>
          </a:p>
          <a:p>
            <a:pPr marL="800100" lvl="1" indent="-342900">
              <a:lnSpc>
                <a:spcPct val="150000"/>
              </a:lnSpc>
              <a:buFont typeface="Arial" panose="020B0604020202020204" pitchFamily="34" charset="0"/>
              <a:buChar char="•"/>
            </a:pPr>
            <a:r>
              <a:rPr lang="en-US" i="1" dirty="0">
                <a:latin typeface="Times New Roman" panose="02020603050405020304" pitchFamily="18" charset="0"/>
                <a:cs typeface="Times New Roman" panose="02020603050405020304" pitchFamily="18" charset="0"/>
              </a:rPr>
              <a:t>Participants can learn from each other’s updates</a:t>
            </a:r>
          </a:p>
        </p:txBody>
      </p:sp>
      <p:pic>
        <p:nvPicPr>
          <p:cNvPr id="8" name="Picture 7" descr="DZNE Swarm Learning Hub &gt; Background">
            <a:extLst>
              <a:ext uri="{FF2B5EF4-FFF2-40B4-BE49-F238E27FC236}">
                <a16:creationId xmlns:a16="http://schemas.microsoft.com/office/drawing/2014/main" id="{46BA36C5-CA3D-0368-FADB-DA53DC9856D0}"/>
              </a:ext>
            </a:extLst>
          </p:cNvPr>
          <p:cNvPicPr>
            <a:picLocks noChangeAspect="1"/>
          </p:cNvPicPr>
          <p:nvPr/>
        </p:nvPicPr>
        <p:blipFill>
          <a:blip r:embed="rId4"/>
          <a:stretch>
            <a:fillRect/>
          </a:stretch>
        </p:blipFill>
        <p:spPr>
          <a:xfrm>
            <a:off x="6096000" y="3013788"/>
            <a:ext cx="4074367" cy="3383644"/>
          </a:xfrm>
          <a:prstGeom prst="rect">
            <a:avLst/>
          </a:prstGeom>
        </p:spPr>
      </p:pic>
    </p:spTree>
    <p:extLst>
      <p:ext uri="{BB962C8B-B14F-4D97-AF65-F5344CB8AC3E}">
        <p14:creationId xmlns:p14="http://schemas.microsoft.com/office/powerpoint/2010/main" val="2942424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9C8D1-3E47-EB9E-00F8-C53063E2522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3A80D81-9122-35E3-C95E-4307B559B882}"/>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E9399C39-3B2C-21DB-4E89-5F055800120E}"/>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8" name="Content Placeholder 7">
            <a:extLst>
              <a:ext uri="{FF2B5EF4-FFF2-40B4-BE49-F238E27FC236}">
                <a16:creationId xmlns:a16="http://schemas.microsoft.com/office/drawing/2014/main" id="{AF079862-0E87-9DF5-6A86-6A30AA848A29}"/>
              </a:ext>
            </a:extLst>
          </p:cNvPr>
          <p:cNvSpPr>
            <a:spLocks noGrp="1"/>
          </p:cNvSpPr>
          <p:nvPr>
            <p:ph idx="1"/>
          </p:nvPr>
        </p:nvSpPr>
        <p:spPr/>
        <p:txBody>
          <a:bodyPr>
            <a:noAutofit/>
          </a:bodyPr>
          <a:lstStyle/>
          <a:p>
            <a:pPr>
              <a:lnSpc>
                <a:spcPct val="100000"/>
              </a:lnSpc>
            </a:pPr>
            <a:r>
              <a:rPr lang="en-IN" sz="1800" dirty="0">
                <a:latin typeface="Times New Roman" panose="02020603050405020304" pitchFamily="18" charset="0"/>
                <a:cs typeface="Times New Roman" panose="02020603050405020304" pitchFamily="18" charset="0"/>
              </a:rPr>
              <a:t>Healthcare and Diagnostics</a:t>
            </a:r>
          </a:p>
          <a:p>
            <a:pPr lvl="1">
              <a:lnSpc>
                <a:spcPct val="100000"/>
              </a:lnSpc>
            </a:pPr>
            <a:r>
              <a:rPr lang="en-IN" sz="1800" dirty="0">
                <a:latin typeface="Times New Roman" panose="02020603050405020304" pitchFamily="18" charset="0"/>
                <a:cs typeface="Times New Roman" panose="02020603050405020304" pitchFamily="18" charset="0"/>
              </a:rPr>
              <a:t>Multi-Institutional Disease Detection</a:t>
            </a:r>
          </a:p>
          <a:p>
            <a:pPr lvl="1">
              <a:lnSpc>
                <a:spcPct val="100000"/>
              </a:lnSpc>
            </a:pPr>
            <a:r>
              <a:rPr lang="en-IN" sz="1800" dirty="0">
                <a:latin typeface="Times New Roman" panose="02020603050405020304" pitchFamily="18" charset="0"/>
                <a:cs typeface="Times New Roman" panose="02020603050405020304" pitchFamily="18" charset="0"/>
              </a:rPr>
              <a:t>Medical Imaging</a:t>
            </a:r>
          </a:p>
          <a:p>
            <a:pPr>
              <a:lnSpc>
                <a:spcPct val="100000"/>
              </a:lnSpc>
            </a:pPr>
            <a:r>
              <a:rPr lang="en-IN" sz="1800" dirty="0">
                <a:latin typeface="Times New Roman" panose="02020603050405020304" pitchFamily="18" charset="0"/>
                <a:cs typeface="Times New Roman" panose="02020603050405020304" pitchFamily="18" charset="0"/>
              </a:rPr>
              <a:t>Cybersecurity</a:t>
            </a:r>
          </a:p>
          <a:p>
            <a:pPr lvl="1">
              <a:lnSpc>
                <a:spcPct val="100000"/>
              </a:lnSpc>
            </a:pPr>
            <a:r>
              <a:rPr lang="en-IN" sz="1800" dirty="0">
                <a:latin typeface="Times New Roman" panose="02020603050405020304" pitchFamily="18" charset="0"/>
                <a:cs typeface="Times New Roman" panose="02020603050405020304" pitchFamily="18" charset="0"/>
              </a:rPr>
              <a:t>Threat Detection</a:t>
            </a:r>
          </a:p>
          <a:p>
            <a:pPr lvl="1">
              <a:lnSpc>
                <a:spcPct val="100000"/>
              </a:lnSpc>
            </a:pPr>
            <a:r>
              <a:rPr lang="en-IN" sz="1800" dirty="0">
                <a:latin typeface="Times New Roman" panose="02020603050405020304" pitchFamily="18" charset="0"/>
                <a:cs typeface="Times New Roman" panose="02020603050405020304" pitchFamily="18" charset="0"/>
              </a:rPr>
              <a:t>Autonomous Response</a:t>
            </a:r>
          </a:p>
          <a:p>
            <a:pPr>
              <a:lnSpc>
                <a:spcPct val="100000"/>
              </a:lnSpc>
            </a:pPr>
            <a:r>
              <a:rPr lang="en-IN" sz="1800" dirty="0">
                <a:latin typeface="Times New Roman" panose="02020603050405020304" pitchFamily="18" charset="0"/>
                <a:cs typeface="Times New Roman" panose="02020603050405020304" pitchFamily="18" charset="0"/>
              </a:rPr>
              <a:t>Autonomous Systems</a:t>
            </a:r>
          </a:p>
          <a:p>
            <a:pPr lvl="1">
              <a:lnSpc>
                <a:spcPct val="100000"/>
              </a:lnSpc>
            </a:pPr>
            <a:r>
              <a:rPr lang="en-IN" sz="1800" dirty="0">
                <a:latin typeface="Times New Roman" panose="02020603050405020304" pitchFamily="18" charset="0"/>
                <a:cs typeface="Times New Roman" panose="02020603050405020304" pitchFamily="18" charset="0"/>
              </a:rPr>
              <a:t>Intelligent Edge and Drones</a:t>
            </a:r>
          </a:p>
          <a:p>
            <a:pPr>
              <a:lnSpc>
                <a:spcPct val="100000"/>
              </a:lnSpc>
            </a:pPr>
            <a:r>
              <a:rPr lang="en-IN" sz="1800" dirty="0">
                <a:latin typeface="Times New Roman" panose="02020603050405020304" pitchFamily="18" charset="0"/>
                <a:cs typeface="Times New Roman" panose="02020603050405020304" pitchFamily="18" charset="0"/>
              </a:rPr>
              <a:t>Manufacturing and Industry</a:t>
            </a:r>
          </a:p>
          <a:p>
            <a:pPr lvl="1">
              <a:lnSpc>
                <a:spcPct val="100000"/>
              </a:lnSpc>
            </a:pPr>
            <a:r>
              <a:rPr lang="en-IN" sz="1800" dirty="0">
                <a:latin typeface="Times New Roman" panose="02020603050405020304" pitchFamily="18" charset="0"/>
                <a:cs typeface="Times New Roman" panose="02020603050405020304" pitchFamily="18" charset="0"/>
              </a:rPr>
              <a:t>Production Scheduling</a:t>
            </a:r>
          </a:p>
        </p:txBody>
      </p:sp>
      <p:sp>
        <p:nvSpPr>
          <p:cNvPr id="11" name="Date Placeholder 10">
            <a:extLst>
              <a:ext uri="{FF2B5EF4-FFF2-40B4-BE49-F238E27FC236}">
                <a16:creationId xmlns:a16="http://schemas.microsoft.com/office/drawing/2014/main" id="{A7EC19F3-04BD-21C0-4700-63380C62ED40}"/>
              </a:ext>
            </a:extLst>
          </p:cNvPr>
          <p:cNvSpPr>
            <a:spLocks noGrp="1"/>
          </p:cNvSpPr>
          <p:nvPr>
            <p:ph type="dt" sz="half" idx="10"/>
          </p:nvPr>
        </p:nvSpPr>
        <p:spPr/>
        <p:txBody>
          <a:bodyPr/>
          <a:lstStyle/>
          <a:p>
            <a:fld id="{C72AAC90-D07C-417D-96C6-81B39DB87062}" type="datetime1">
              <a:rPr lang="en-IN" smtClean="0">
                <a:solidFill>
                  <a:schemeClr val="tx1"/>
                </a:solidFill>
              </a:rPr>
              <a:t>23-09-2026</a:t>
            </a:fld>
            <a:endParaRPr lang="en-IN" dirty="0">
              <a:solidFill>
                <a:schemeClr val="tx1"/>
              </a:solidFill>
            </a:endParaRPr>
          </a:p>
        </p:txBody>
      </p:sp>
      <p:sp>
        <p:nvSpPr>
          <p:cNvPr id="12" name="Footer Placeholder 11">
            <a:extLst>
              <a:ext uri="{FF2B5EF4-FFF2-40B4-BE49-F238E27FC236}">
                <a16:creationId xmlns:a16="http://schemas.microsoft.com/office/drawing/2014/main" id="{2804F7EF-49D4-593E-0EF8-A830450F9663}"/>
              </a:ext>
            </a:extLst>
          </p:cNvPr>
          <p:cNvSpPr>
            <a:spLocks noGrp="1"/>
          </p:cNvSpPr>
          <p:nvPr>
            <p:ph type="ftr" sz="quarter" idx="11"/>
          </p:nvPr>
        </p:nvSpPr>
        <p:spPr/>
        <p:txBody>
          <a:bodyPr/>
          <a:lstStyle/>
          <a:p>
            <a:r>
              <a:rPr lang="en-IN" dirty="0">
                <a:solidFill>
                  <a:schemeClr val="tx1"/>
                </a:solidFill>
              </a:rPr>
              <a:t>Dept. CSM @ VVIT</a:t>
            </a:r>
          </a:p>
        </p:txBody>
      </p:sp>
      <p:sp>
        <p:nvSpPr>
          <p:cNvPr id="13" name="Slide Number Placeholder 12">
            <a:extLst>
              <a:ext uri="{FF2B5EF4-FFF2-40B4-BE49-F238E27FC236}">
                <a16:creationId xmlns:a16="http://schemas.microsoft.com/office/drawing/2014/main" id="{382046C9-C997-1EFB-B901-7A3832749D83}"/>
              </a:ext>
            </a:extLst>
          </p:cNvPr>
          <p:cNvSpPr>
            <a:spLocks noGrp="1"/>
          </p:cNvSpPr>
          <p:nvPr>
            <p:ph type="sldNum" sz="quarter" idx="12"/>
          </p:nvPr>
        </p:nvSpPr>
        <p:spPr/>
        <p:txBody>
          <a:bodyPr/>
          <a:lstStyle/>
          <a:p>
            <a:fld id="{0F06A4E2-163B-4ABA-8562-AD05AC3F17C5}" type="slidenum">
              <a:rPr lang="en-IN" sz="1800" smtClean="0">
                <a:solidFill>
                  <a:schemeClr val="tx1"/>
                </a:solidFill>
              </a:rPr>
              <a:t>4</a:t>
            </a:fld>
            <a:endParaRPr lang="en-IN" sz="1800" dirty="0">
              <a:solidFill>
                <a:schemeClr val="tx1"/>
              </a:solidFill>
            </a:endParaRPr>
          </a:p>
        </p:txBody>
      </p:sp>
      <p:sp>
        <p:nvSpPr>
          <p:cNvPr id="2" name="TextBox 1">
            <a:extLst>
              <a:ext uri="{FF2B5EF4-FFF2-40B4-BE49-F238E27FC236}">
                <a16:creationId xmlns:a16="http://schemas.microsoft.com/office/drawing/2014/main" id="{1D5DA466-AE51-B3CD-038B-0599C7531316}"/>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a:extLst>
              <a:ext uri="{FF2B5EF4-FFF2-40B4-BE49-F238E27FC236}">
                <a16:creationId xmlns:a16="http://schemas.microsoft.com/office/drawing/2014/main" id="{FAE9353E-4AF8-58AE-57D6-E1C4F3C4F85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D0250F0E-F131-A960-935C-8C31FFBE19C4}"/>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7" name="Title 16">
            <a:extLst>
              <a:ext uri="{FF2B5EF4-FFF2-40B4-BE49-F238E27FC236}">
                <a16:creationId xmlns:a16="http://schemas.microsoft.com/office/drawing/2014/main" id="{F1B62BEA-C8BF-78D4-89B1-0612918ABAA3}"/>
              </a:ext>
            </a:extLst>
          </p:cNvPr>
          <p:cNvSpPr txBox="1">
            <a:spLocks noGrp="1"/>
          </p:cNvSpPr>
          <p:nvPr>
            <p:ph type="title"/>
          </p:nvPr>
        </p:nvSpPr>
        <p:spPr>
          <a:xfrm>
            <a:off x="838200" y="1042414"/>
            <a:ext cx="10515600" cy="742511"/>
          </a:xfrm>
          <a:prstGeom prst="rect">
            <a:avLst/>
          </a:prstGeom>
          <a:noFill/>
        </p:spPr>
        <p:txBody>
          <a:bodyPr wrap="square" rtlCol="0">
            <a:spAutoFit/>
          </a:bodyPr>
          <a:lstStyle/>
          <a:p>
            <a:pPr>
              <a:lnSpc>
                <a:spcPct val="150000"/>
              </a:lnSpc>
            </a:pPr>
            <a:r>
              <a:rPr lang="en-US" sz="3200" dirty="0">
                <a:latin typeface="Times New Roman" panose="02020603050405020304" pitchFamily="18" charset="0"/>
                <a:cs typeface="Times New Roman" panose="02020603050405020304" pitchFamily="18" charset="0"/>
              </a:rPr>
              <a:t>Applications of Swarm Learning</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1830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627CF-F387-E875-3FBB-094A59E08D1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4CAB774-2AE9-CEE5-E318-24B27355D7EC}"/>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CE3EAC02-0A62-F1EF-6ECB-73610289CF74}"/>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6">
            <a:extLst>
              <a:ext uri="{FF2B5EF4-FFF2-40B4-BE49-F238E27FC236}">
                <a16:creationId xmlns:a16="http://schemas.microsoft.com/office/drawing/2014/main" id="{6FC507B1-3EBD-00F5-99A9-C01FA24CD069}"/>
              </a:ext>
            </a:extLst>
          </p:cNvPr>
          <p:cNvSpPr>
            <a:spLocks noGrp="1"/>
          </p:cNvSpPr>
          <p:nvPr>
            <p:ph type="title"/>
          </p:nvPr>
        </p:nvSpPr>
        <p:spPr>
          <a:xfrm>
            <a:off x="455645" y="1062549"/>
            <a:ext cx="10515600" cy="571756"/>
          </a:xfrm>
        </p:spPr>
        <p:txBody>
          <a:bodyPr>
            <a:normAutofit/>
          </a:bodyPr>
          <a:lstStyle/>
          <a:p>
            <a:r>
              <a:rPr lang="en-US" sz="3200" dirty="0">
                <a:latin typeface="Times New Roman" panose="02020603050405020304" pitchFamily="18" charset="0"/>
                <a:cs typeface="Times New Roman" panose="02020603050405020304" pitchFamily="18" charset="0"/>
              </a:rPr>
              <a:t>Role  Of Swarm Learning in Health care</a:t>
            </a:r>
            <a:endParaRPr lang="en-IN" sz="3200" dirty="0">
              <a:latin typeface="Times New Roman" panose="020206030504050203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A9D3561E-5B9C-962A-7A7E-F44E83EA4A3B}"/>
              </a:ext>
            </a:extLst>
          </p:cNvPr>
          <p:cNvSpPr>
            <a:spLocks noGrp="1"/>
          </p:cNvSpPr>
          <p:nvPr>
            <p:ph idx="1"/>
          </p:nvPr>
        </p:nvSpPr>
        <p:spPr>
          <a:xfrm>
            <a:off x="381000" y="1690688"/>
            <a:ext cx="6794241" cy="4351338"/>
          </a:xfrm>
        </p:spPr>
        <p:txBody>
          <a:bodyPr>
            <a:normAutofit fontScale="92500" lnSpcReduction="20000"/>
          </a:bodyPr>
          <a:lstStyle/>
          <a:p>
            <a:pPr>
              <a:lnSpc>
                <a:spcPct val="150000"/>
              </a:lnSpc>
            </a:pPr>
            <a:r>
              <a:rPr lang="en-US" sz="1800" dirty="0">
                <a:latin typeface="Times New Roman" panose="02020603050405020304" pitchFamily="18" charset="0"/>
                <a:cs typeface="Times New Roman" panose="02020603050405020304" pitchFamily="18" charset="0"/>
              </a:rPr>
              <a:t>It is mainly used in Health Care Applications</a:t>
            </a:r>
          </a:p>
          <a:p>
            <a:pPr>
              <a:lnSpc>
                <a:spcPct val="150000"/>
              </a:lnSpc>
            </a:pPr>
            <a:r>
              <a:rPr lang="en-IN" sz="1800" dirty="0">
                <a:latin typeface="Times New Roman" panose="02020603050405020304" pitchFamily="18" charset="0"/>
                <a:cs typeface="Times New Roman" panose="02020603050405020304" pitchFamily="18" charset="0"/>
              </a:rPr>
              <a:t>Data is distributed</a:t>
            </a:r>
          </a:p>
          <a:p>
            <a:pPr lvl="1">
              <a:lnSpc>
                <a:spcPct val="150000"/>
              </a:lnSpc>
            </a:pPr>
            <a:r>
              <a:rPr lang="en-IN" sz="1800" dirty="0">
                <a:latin typeface="Times New Roman" panose="02020603050405020304" pitchFamily="18" charset="0"/>
                <a:cs typeface="Times New Roman" panose="02020603050405020304" pitchFamily="18" charset="0"/>
              </a:rPr>
              <a:t>Patient data exists in different hospitals and medical centre's</a:t>
            </a:r>
          </a:p>
          <a:p>
            <a:pPr>
              <a:lnSpc>
                <a:spcPct val="150000"/>
              </a:lnSpc>
            </a:pPr>
            <a:r>
              <a:rPr lang="en-IN" sz="1800" dirty="0">
                <a:latin typeface="Times New Roman" panose="02020603050405020304" pitchFamily="18" charset="0"/>
                <a:cs typeface="Times New Roman" panose="02020603050405020304" pitchFamily="18" charset="0"/>
              </a:rPr>
              <a:t>Data is highly sensitive</a:t>
            </a:r>
          </a:p>
          <a:p>
            <a:pPr lvl="1">
              <a:lnSpc>
                <a:spcPct val="150000"/>
              </a:lnSpc>
            </a:pPr>
            <a:r>
              <a:rPr lang="en-IN" sz="1800" dirty="0">
                <a:latin typeface="Times New Roman" panose="02020603050405020304" pitchFamily="18" charset="0"/>
                <a:cs typeface="Times New Roman" panose="02020603050405020304" pitchFamily="18" charset="0"/>
              </a:rPr>
              <a:t>Patient information cannot simply be shared publicly.</a:t>
            </a:r>
          </a:p>
          <a:p>
            <a:pPr>
              <a:lnSpc>
                <a:spcPct val="150000"/>
              </a:lnSpc>
            </a:pPr>
            <a:r>
              <a:rPr lang="en-IN" sz="1800" dirty="0">
                <a:latin typeface="Times New Roman" panose="02020603050405020304" pitchFamily="18" charset="0"/>
                <a:cs typeface="Times New Roman" panose="02020603050405020304" pitchFamily="18" charset="0"/>
              </a:rPr>
              <a:t>More data can improve AI</a:t>
            </a:r>
          </a:p>
          <a:p>
            <a:pPr lvl="1">
              <a:lnSpc>
                <a:spcPct val="150000"/>
              </a:lnSpc>
            </a:pPr>
            <a:r>
              <a:rPr lang="en-IN" sz="1800" dirty="0">
                <a:latin typeface="Times New Roman" panose="02020603050405020304" pitchFamily="18" charset="0"/>
                <a:cs typeface="Times New Roman" panose="02020603050405020304" pitchFamily="18" charset="0"/>
              </a:rPr>
              <a:t>One hospital may not have enough data to train a highly accurate model.</a:t>
            </a:r>
          </a:p>
          <a:p>
            <a:pPr>
              <a:lnSpc>
                <a:spcPct val="150000"/>
              </a:lnSpc>
            </a:pPr>
            <a:r>
              <a:rPr lang="en-IN" sz="1800" dirty="0">
                <a:latin typeface="Times New Roman" panose="02020603050405020304" pitchFamily="18" charset="0"/>
                <a:cs typeface="Times New Roman" panose="02020603050405020304" pitchFamily="18" charset="0"/>
              </a:rPr>
              <a:t>SL allows hospitals to learn collaboratively without directly sharing patient data</a:t>
            </a:r>
          </a:p>
          <a:p>
            <a:endParaRPr lang="en-IN" dirty="0"/>
          </a:p>
        </p:txBody>
      </p:sp>
      <p:sp>
        <p:nvSpPr>
          <p:cNvPr id="11" name="Date Placeholder 10">
            <a:extLst>
              <a:ext uri="{FF2B5EF4-FFF2-40B4-BE49-F238E27FC236}">
                <a16:creationId xmlns:a16="http://schemas.microsoft.com/office/drawing/2014/main" id="{B95A1CB8-AF33-CC65-FAB8-B9C558BFF3E6}"/>
              </a:ext>
            </a:extLst>
          </p:cNvPr>
          <p:cNvSpPr>
            <a:spLocks noGrp="1"/>
          </p:cNvSpPr>
          <p:nvPr>
            <p:ph type="dt" sz="half" idx="10"/>
          </p:nvPr>
        </p:nvSpPr>
        <p:spPr/>
        <p:txBody>
          <a:bodyPr/>
          <a:lstStyle/>
          <a:p>
            <a:fld id="{C72AAC90-D07C-417D-96C6-81B39DB87062}" type="datetime1">
              <a:rPr lang="en-IN" smtClean="0">
                <a:solidFill>
                  <a:schemeClr val="tx1"/>
                </a:solidFill>
              </a:rPr>
              <a:t>23-09-2026</a:t>
            </a:fld>
            <a:endParaRPr lang="en-IN" dirty="0">
              <a:solidFill>
                <a:schemeClr val="tx1"/>
              </a:solidFill>
            </a:endParaRPr>
          </a:p>
        </p:txBody>
      </p:sp>
      <p:sp>
        <p:nvSpPr>
          <p:cNvPr id="12" name="Footer Placeholder 11">
            <a:extLst>
              <a:ext uri="{FF2B5EF4-FFF2-40B4-BE49-F238E27FC236}">
                <a16:creationId xmlns:a16="http://schemas.microsoft.com/office/drawing/2014/main" id="{D6D66493-9290-AABA-851D-9083C4D71472}"/>
              </a:ext>
            </a:extLst>
          </p:cNvPr>
          <p:cNvSpPr>
            <a:spLocks noGrp="1"/>
          </p:cNvSpPr>
          <p:nvPr>
            <p:ph type="ftr" sz="quarter" idx="11"/>
          </p:nvPr>
        </p:nvSpPr>
        <p:spPr/>
        <p:txBody>
          <a:bodyPr/>
          <a:lstStyle/>
          <a:p>
            <a:r>
              <a:rPr lang="en-IN" dirty="0">
                <a:solidFill>
                  <a:schemeClr val="tx1"/>
                </a:solidFill>
              </a:rPr>
              <a:t>Dept. CSM @ VVIT</a:t>
            </a:r>
          </a:p>
        </p:txBody>
      </p:sp>
      <p:sp>
        <p:nvSpPr>
          <p:cNvPr id="13" name="Slide Number Placeholder 12">
            <a:extLst>
              <a:ext uri="{FF2B5EF4-FFF2-40B4-BE49-F238E27FC236}">
                <a16:creationId xmlns:a16="http://schemas.microsoft.com/office/drawing/2014/main" id="{B52F2068-5BCB-54E9-5923-2D414DAA47C6}"/>
              </a:ext>
            </a:extLst>
          </p:cNvPr>
          <p:cNvSpPr>
            <a:spLocks noGrp="1"/>
          </p:cNvSpPr>
          <p:nvPr>
            <p:ph type="sldNum" sz="quarter" idx="12"/>
          </p:nvPr>
        </p:nvSpPr>
        <p:spPr/>
        <p:txBody>
          <a:bodyPr/>
          <a:lstStyle/>
          <a:p>
            <a:fld id="{0F06A4E2-163B-4ABA-8562-AD05AC3F17C5}" type="slidenum">
              <a:rPr lang="en-IN" sz="1800" smtClean="0">
                <a:solidFill>
                  <a:schemeClr val="tx1"/>
                </a:solidFill>
              </a:rPr>
              <a:t>5</a:t>
            </a:fld>
            <a:endParaRPr lang="en-IN" sz="1800" dirty="0">
              <a:solidFill>
                <a:schemeClr val="tx1"/>
              </a:solidFill>
            </a:endParaRPr>
          </a:p>
        </p:txBody>
      </p:sp>
      <p:sp>
        <p:nvSpPr>
          <p:cNvPr id="2" name="TextBox 1">
            <a:extLst>
              <a:ext uri="{FF2B5EF4-FFF2-40B4-BE49-F238E27FC236}">
                <a16:creationId xmlns:a16="http://schemas.microsoft.com/office/drawing/2014/main" id="{AE2967AB-3E99-D807-DF5F-A45835AB8DE8}"/>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a:extLst>
              <a:ext uri="{FF2B5EF4-FFF2-40B4-BE49-F238E27FC236}">
                <a16:creationId xmlns:a16="http://schemas.microsoft.com/office/drawing/2014/main" id="{409F7A24-DE08-FCB4-37BB-1B2CD1E57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A8A68DC4-0D4A-0B37-7731-CFB3C6DBDB5D}"/>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pic>
        <p:nvPicPr>
          <p:cNvPr id="15" name="Picture 14">
            <a:extLst>
              <a:ext uri="{FF2B5EF4-FFF2-40B4-BE49-F238E27FC236}">
                <a16:creationId xmlns:a16="http://schemas.microsoft.com/office/drawing/2014/main" id="{5069AA38-18C1-0972-19FC-1DACACE70FD0}"/>
              </a:ext>
            </a:extLst>
          </p:cNvPr>
          <p:cNvPicPr>
            <a:picLocks noChangeAspect="1"/>
          </p:cNvPicPr>
          <p:nvPr/>
        </p:nvPicPr>
        <p:blipFill>
          <a:blip r:embed="rId4"/>
          <a:stretch>
            <a:fillRect/>
          </a:stretch>
        </p:blipFill>
        <p:spPr>
          <a:xfrm>
            <a:off x="7339590" y="1634305"/>
            <a:ext cx="4852410" cy="4059602"/>
          </a:xfrm>
          <a:prstGeom prst="rect">
            <a:avLst/>
          </a:prstGeom>
        </p:spPr>
      </p:pic>
    </p:spTree>
    <p:extLst>
      <p:ext uri="{BB962C8B-B14F-4D97-AF65-F5344CB8AC3E}">
        <p14:creationId xmlns:p14="http://schemas.microsoft.com/office/powerpoint/2010/main" val="2677213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6CB43-A8D7-45B4-A72D-A2135222E80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45E2337-746D-9275-FE33-F097522DF3ED}"/>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FC2319C3-7C41-C482-006E-ADE63A5A6F18}"/>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3F2BD93C-F7E4-0E4D-39F4-09AA38ADFAA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23-09-2026</a:t>
            </a:fld>
            <a:endParaRPr lang="en-IN" dirty="0">
              <a:solidFill>
                <a:schemeClr val="tx1"/>
              </a:solidFill>
            </a:endParaRPr>
          </a:p>
        </p:txBody>
      </p:sp>
      <p:sp>
        <p:nvSpPr>
          <p:cNvPr id="12" name="Footer Placeholder 11">
            <a:extLst>
              <a:ext uri="{FF2B5EF4-FFF2-40B4-BE49-F238E27FC236}">
                <a16:creationId xmlns:a16="http://schemas.microsoft.com/office/drawing/2014/main" id="{34F29ADA-3EF3-DCD3-D4FA-4F9CE71EDB08}"/>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3" name="Slide Number Placeholder 12">
            <a:extLst>
              <a:ext uri="{FF2B5EF4-FFF2-40B4-BE49-F238E27FC236}">
                <a16:creationId xmlns:a16="http://schemas.microsoft.com/office/drawing/2014/main" id="{398E5F1C-20EF-F1CB-3148-C291B0C4CA06}"/>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6</a:t>
            </a:fld>
            <a:endParaRPr lang="en-IN" sz="1800" dirty="0">
              <a:solidFill>
                <a:schemeClr val="tx1"/>
              </a:solidFill>
            </a:endParaRPr>
          </a:p>
        </p:txBody>
      </p:sp>
      <p:sp>
        <p:nvSpPr>
          <p:cNvPr id="15" name="TextBox 14">
            <a:extLst>
              <a:ext uri="{FF2B5EF4-FFF2-40B4-BE49-F238E27FC236}">
                <a16:creationId xmlns:a16="http://schemas.microsoft.com/office/drawing/2014/main" id="{7EC9FED2-DCAF-1B07-C770-5903A567382A}"/>
              </a:ext>
            </a:extLst>
          </p:cNvPr>
          <p:cNvSpPr txBox="1"/>
          <p:nvPr/>
        </p:nvSpPr>
        <p:spPr>
          <a:xfrm flipH="1">
            <a:off x="335901" y="877163"/>
            <a:ext cx="11720167" cy="584775"/>
          </a:xfrm>
          <a:prstGeom prst="rect">
            <a:avLst/>
          </a:prstGeom>
          <a:noFill/>
        </p:spPr>
        <p:txBody>
          <a:bodyPr wrap="square" rtlCol="0">
            <a:spAutoFit/>
          </a:bodyPr>
          <a:lstStyle/>
          <a:p>
            <a:r>
              <a:rPr lang="en-US" altLang="en-GB" sz="3200" dirty="0">
                <a:latin typeface="Times New Roman" panose="02020603050405020304" pitchFamily="18" charset="0"/>
                <a:cs typeface="Times New Roman" panose="02020603050405020304" pitchFamily="18" charset="0"/>
              </a:rPr>
              <a:t>Connection with the project</a:t>
            </a:r>
            <a:endParaRPr lang="en-IN" sz="32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6F2D59F3-2BB6-A57E-3724-1AD6B0230C83}"/>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a:extLst>
              <a:ext uri="{FF2B5EF4-FFF2-40B4-BE49-F238E27FC236}">
                <a16:creationId xmlns:a16="http://schemas.microsoft.com/office/drawing/2014/main" id="{797EE74E-7936-79C7-7A31-71CB01714DA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67979265-6BF2-18CC-A4AF-4CF69805DD84}"/>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6" name="TextBox 5">
            <a:extLst>
              <a:ext uri="{FF2B5EF4-FFF2-40B4-BE49-F238E27FC236}">
                <a16:creationId xmlns:a16="http://schemas.microsoft.com/office/drawing/2014/main" id="{A0F4E82D-C022-24B0-E7EB-74514A809C85}"/>
              </a:ext>
            </a:extLst>
          </p:cNvPr>
          <p:cNvSpPr txBox="1"/>
          <p:nvPr/>
        </p:nvSpPr>
        <p:spPr>
          <a:xfrm>
            <a:off x="522513" y="1548881"/>
            <a:ext cx="10704930" cy="4524315"/>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Swarm Learning is vulnerable to </a:t>
            </a:r>
            <a:r>
              <a:rPr lang="en-US" altLang="en-GB" i="1" dirty="0">
                <a:latin typeface="Times New Roman" panose="02020603050405020304" pitchFamily="18" charset="0"/>
                <a:cs typeface="Times New Roman" panose="02020603050405020304" pitchFamily="18" charset="0"/>
              </a:rPr>
              <a:t>poisoning attacks</a:t>
            </a:r>
            <a:r>
              <a:rPr lang="en-US" altLang="en-GB" dirty="0">
                <a:latin typeface="Times New Roman" panose="02020603050405020304" pitchFamily="18" charset="0"/>
                <a:cs typeface="Times New Roman" panose="02020603050405020304" pitchFamily="18" charset="0"/>
              </a:rPr>
              <a:t>, where a malicious participant can submit harmful model updates. </a:t>
            </a:r>
          </a:p>
          <a:p>
            <a:pPr marL="285750" indent="-285750" algn="just">
              <a:lnSpc>
                <a:spcPct val="150000"/>
              </a:lnSpc>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At the same time, differences in data distribution between organizations can make honest model updates look suspicious.</a:t>
            </a:r>
          </a:p>
          <a:p>
            <a:pPr marL="285750" indent="-285750" algn="just">
              <a:lnSpc>
                <a:spcPct val="150000"/>
              </a:lnSpc>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To address this challenge, an </a:t>
            </a:r>
            <a:r>
              <a:rPr lang="en-US" altLang="en-GB" i="1" dirty="0">
                <a:latin typeface="Times New Roman" panose="02020603050405020304" pitchFamily="18" charset="0"/>
                <a:cs typeface="Times New Roman" panose="02020603050405020304" pitchFamily="18" charset="0"/>
              </a:rPr>
              <a:t>adaptive multi-factor trust mechanism </a:t>
            </a:r>
            <a:r>
              <a:rPr lang="en-US" altLang="en-GB" dirty="0">
                <a:latin typeface="Times New Roman" panose="02020603050405020304" pitchFamily="18" charset="0"/>
                <a:cs typeface="Times New Roman" panose="02020603050405020304" pitchFamily="18" charset="0"/>
              </a:rPr>
              <a:t>evaluates participants using cosine similarity, data distribution, validation performance, update magnitude, and participation history. </a:t>
            </a:r>
          </a:p>
          <a:p>
            <a:pPr marL="285750" indent="-285750" algn="just">
              <a:lnSpc>
                <a:spcPct val="150000"/>
              </a:lnSpc>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A trust score is then assigned to each participant, giving greater importance to reliable updates and reducing the impact of suspicious ones. </a:t>
            </a:r>
          </a:p>
          <a:p>
            <a:pPr marL="285750" indent="-285750" algn="just">
              <a:lnSpc>
                <a:spcPct val="150000"/>
              </a:lnSpc>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The system aims to improve the security, reliability, and fairness of Swarm Learning across different application domains.</a:t>
            </a:r>
          </a:p>
          <a:p>
            <a:pPr marL="285750" indent="-285750" algn="just">
              <a:buFont typeface="Arial" panose="020B0604020202020204" pitchFamily="34" charset="0"/>
              <a:buChar char="•"/>
            </a:pPr>
            <a:endParaRPr lang="en-US" altLang="en-GB" dirty="0"/>
          </a:p>
        </p:txBody>
      </p:sp>
    </p:spTree>
    <p:extLst>
      <p:ext uri="{BB962C8B-B14F-4D97-AF65-F5344CB8AC3E}">
        <p14:creationId xmlns:p14="http://schemas.microsoft.com/office/powerpoint/2010/main" val="6302878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5334E-38D6-58CB-D2A1-A4B721BA287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37E20E0-D2BF-9D71-8E97-E319DF4E5629}"/>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4F98541B-EC60-5409-B025-A0D6D86E499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B6FBAA71-D4E8-A21D-515E-D20569FEE221}"/>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23-09-2026</a:t>
            </a:fld>
            <a:endParaRPr lang="en-IN" dirty="0">
              <a:solidFill>
                <a:schemeClr val="tx1"/>
              </a:solidFill>
            </a:endParaRPr>
          </a:p>
        </p:txBody>
      </p:sp>
      <p:sp>
        <p:nvSpPr>
          <p:cNvPr id="12" name="Footer Placeholder 11">
            <a:extLst>
              <a:ext uri="{FF2B5EF4-FFF2-40B4-BE49-F238E27FC236}">
                <a16:creationId xmlns:a16="http://schemas.microsoft.com/office/drawing/2014/main" id="{1DFA5493-0DBC-DF7B-8118-D551C6C40F93}"/>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3" name="Slide Number Placeholder 12">
            <a:extLst>
              <a:ext uri="{FF2B5EF4-FFF2-40B4-BE49-F238E27FC236}">
                <a16:creationId xmlns:a16="http://schemas.microsoft.com/office/drawing/2014/main" id="{C4BEFCFE-C3AD-E8D5-ED48-D9A2A59117BD}"/>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7</a:t>
            </a:fld>
            <a:endParaRPr lang="en-IN" sz="1800" dirty="0">
              <a:solidFill>
                <a:schemeClr val="tx1"/>
              </a:solidFill>
            </a:endParaRPr>
          </a:p>
        </p:txBody>
      </p:sp>
      <p:sp>
        <p:nvSpPr>
          <p:cNvPr id="15" name="TextBox 14">
            <a:extLst>
              <a:ext uri="{FF2B5EF4-FFF2-40B4-BE49-F238E27FC236}">
                <a16:creationId xmlns:a16="http://schemas.microsoft.com/office/drawing/2014/main" id="{DFC7355D-B203-85FB-A960-CDEE4DCD1C9C}"/>
              </a:ext>
            </a:extLst>
          </p:cNvPr>
          <p:cNvSpPr txBox="1"/>
          <p:nvPr/>
        </p:nvSpPr>
        <p:spPr>
          <a:xfrm flipH="1">
            <a:off x="335901" y="877163"/>
            <a:ext cx="11720167" cy="584775"/>
          </a:xfrm>
          <a:prstGeom prst="rect">
            <a:avLst/>
          </a:prstGeom>
          <a:noFill/>
        </p:spPr>
        <p:txBody>
          <a:bodyPr wrap="square" rtlCol="0">
            <a:spAutoFit/>
          </a:bodyPr>
          <a:lstStyle/>
          <a:p>
            <a:r>
              <a:rPr lang="en-US" altLang="en-GB" sz="3200" dirty="0">
                <a:latin typeface="Times New Roman" panose="02020603050405020304" pitchFamily="18" charset="0"/>
                <a:cs typeface="Times New Roman" panose="02020603050405020304" pitchFamily="18" charset="0"/>
              </a:rPr>
              <a:t>Literature Table</a:t>
            </a:r>
            <a:endParaRPr lang="en-IN" sz="32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3D810FA5-774A-73BF-8448-1C92A1193487}"/>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a:extLst>
              <a:ext uri="{FF2B5EF4-FFF2-40B4-BE49-F238E27FC236}">
                <a16:creationId xmlns:a16="http://schemas.microsoft.com/office/drawing/2014/main" id="{EA4DB795-1647-F13C-365A-C5B9F515032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8202066C-C671-9005-0C89-9D95AE9996F5}"/>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graphicFrame>
        <p:nvGraphicFramePr>
          <p:cNvPr id="6" name="Table 5">
            <a:extLst>
              <a:ext uri="{FF2B5EF4-FFF2-40B4-BE49-F238E27FC236}">
                <a16:creationId xmlns:a16="http://schemas.microsoft.com/office/drawing/2014/main" id="{0423195A-FEDD-8521-B507-F46D6EEE5C42}"/>
              </a:ext>
            </a:extLst>
          </p:cNvPr>
          <p:cNvGraphicFramePr>
            <a:graphicFrameLocks noGrp="1"/>
          </p:cNvGraphicFramePr>
          <p:nvPr>
            <p:extLst>
              <p:ext uri="{D42A27DB-BD31-4B8C-83A1-F6EECF244321}">
                <p14:modId xmlns:p14="http://schemas.microsoft.com/office/powerpoint/2010/main" val="215950738"/>
              </p:ext>
            </p:extLst>
          </p:nvPr>
        </p:nvGraphicFramePr>
        <p:xfrm>
          <a:off x="335900" y="1604864"/>
          <a:ext cx="11607283" cy="4460034"/>
        </p:xfrm>
        <a:graphic>
          <a:graphicData uri="http://schemas.openxmlformats.org/drawingml/2006/table">
            <a:tbl>
              <a:tblPr>
                <a:tableStyleId>{5940675A-B579-460E-94D1-54222C63F5DA}</a:tableStyleId>
              </a:tblPr>
              <a:tblGrid>
                <a:gridCol w="2648263">
                  <a:extLst>
                    <a:ext uri="{9D8B030D-6E8A-4147-A177-3AD203B41FA5}">
                      <a16:colId xmlns:a16="http://schemas.microsoft.com/office/drawing/2014/main" val="1117376639"/>
                    </a:ext>
                  </a:extLst>
                </a:gridCol>
                <a:gridCol w="3071404">
                  <a:extLst>
                    <a:ext uri="{9D8B030D-6E8A-4147-A177-3AD203B41FA5}">
                      <a16:colId xmlns:a16="http://schemas.microsoft.com/office/drawing/2014/main" val="2594410021"/>
                    </a:ext>
                  </a:extLst>
                </a:gridCol>
                <a:gridCol w="2901276">
                  <a:extLst>
                    <a:ext uri="{9D8B030D-6E8A-4147-A177-3AD203B41FA5}">
                      <a16:colId xmlns:a16="http://schemas.microsoft.com/office/drawing/2014/main" val="3276114150"/>
                    </a:ext>
                  </a:extLst>
                </a:gridCol>
                <a:gridCol w="2986340">
                  <a:extLst>
                    <a:ext uri="{9D8B030D-6E8A-4147-A177-3AD203B41FA5}">
                      <a16:colId xmlns:a16="http://schemas.microsoft.com/office/drawing/2014/main" val="2458970918"/>
                    </a:ext>
                  </a:extLst>
                </a:gridCol>
              </a:tblGrid>
              <a:tr h="502460">
                <a:tc>
                  <a:txBody>
                    <a:bodyPr/>
                    <a:lstStyle/>
                    <a:p>
                      <a:pPr algn="l">
                        <a:lnSpc>
                          <a:spcPct val="138889"/>
                        </a:lnSpc>
                        <a:buNone/>
                      </a:pPr>
                      <a:r>
                        <a:rPr lang="en-IN" sz="1600" b="1" i="0" dirty="0">
                          <a:effectLst/>
                          <a:latin typeface="Times New Roman" panose="02020603050405020304" pitchFamily="18" charset="0"/>
                          <a:cs typeface="Times New Roman" panose="02020603050405020304" pitchFamily="18" charset="0"/>
                        </a:rPr>
                        <a:t>Paper</a:t>
                      </a:r>
                    </a:p>
                  </a:txBody>
                  <a:tcPr marR="121920" marT="76200" marB="76200" anchor="ctr"/>
                </a:tc>
                <a:tc>
                  <a:txBody>
                    <a:bodyPr/>
                    <a:lstStyle/>
                    <a:p>
                      <a:pPr algn="l">
                        <a:lnSpc>
                          <a:spcPct val="138889"/>
                        </a:lnSpc>
                        <a:buNone/>
                      </a:pPr>
                      <a:r>
                        <a:rPr lang="en-IN" sz="1600" b="1" i="0" dirty="0">
                          <a:effectLst/>
                          <a:latin typeface="Times New Roman" panose="02020603050405020304" pitchFamily="18" charset="0"/>
                          <a:cs typeface="Times New Roman" panose="02020603050405020304" pitchFamily="18" charset="0"/>
                        </a:rPr>
                        <a:t>Trust Techniques</a:t>
                      </a:r>
                    </a:p>
                  </a:txBody>
                  <a:tcPr marL="121920" marR="121920" marT="76200" marB="76200" anchor="ctr"/>
                </a:tc>
                <a:tc>
                  <a:txBody>
                    <a:bodyPr/>
                    <a:lstStyle/>
                    <a:p>
                      <a:pPr algn="l">
                        <a:lnSpc>
                          <a:spcPct val="138889"/>
                        </a:lnSpc>
                        <a:buNone/>
                      </a:pPr>
                      <a:r>
                        <a:rPr lang="en-IN" sz="1600" b="1" i="0" dirty="0">
                          <a:effectLst/>
                          <a:latin typeface="Times New Roman" panose="02020603050405020304" pitchFamily="18" charset="0"/>
                          <a:cs typeface="Times New Roman" panose="02020603050405020304" pitchFamily="18" charset="0"/>
                        </a:rPr>
                        <a:t>Attacks Used</a:t>
                      </a:r>
                    </a:p>
                  </a:txBody>
                  <a:tcPr marL="121920" marR="121920" marT="76200" marB="76200" anchor="ctr"/>
                </a:tc>
                <a:tc>
                  <a:txBody>
                    <a:bodyPr/>
                    <a:lstStyle/>
                    <a:p>
                      <a:pPr algn="l">
                        <a:lnSpc>
                          <a:spcPct val="138889"/>
                        </a:lnSpc>
                        <a:buNone/>
                      </a:pPr>
                      <a:r>
                        <a:rPr lang="en-IN" sz="1600" b="1" i="0" dirty="0">
                          <a:effectLst/>
                          <a:latin typeface="Times New Roman" panose="02020603050405020304" pitchFamily="18" charset="0"/>
                          <a:cs typeface="Times New Roman" panose="02020603050405020304" pitchFamily="18" charset="0"/>
                        </a:rPr>
                        <a:t>Key Limitation / Gap</a:t>
                      </a:r>
                    </a:p>
                  </a:txBody>
                  <a:tcPr marL="121920" marR="121920" marT="76200" marB="76200" anchor="ctr"/>
                </a:tc>
                <a:extLst>
                  <a:ext uri="{0D108BD9-81ED-4DB2-BD59-A6C34878D82A}">
                    <a16:rowId xmlns:a16="http://schemas.microsoft.com/office/drawing/2014/main" val="2227260866"/>
                  </a:ext>
                </a:extLst>
              </a:tr>
              <a:tr h="827082">
                <a:tc>
                  <a:txBody>
                    <a:bodyPr/>
                    <a:lstStyle/>
                    <a:p>
                      <a:pPr marL="0" algn="l" rtl="0" eaLnBrk="1" fontAlgn="ctr" latinLnBrk="0" hangingPunct="1">
                        <a:lnSpc>
                          <a:spcPct val="139000"/>
                        </a:lnSpc>
                        <a:buNone/>
                      </a:pPr>
                      <a:r>
                        <a:rPr lang="en-IN" sz="1400" b="0" i="1" u="none" strike="noStrike" kern="1200">
                          <a:solidFill>
                            <a:srgbClr val="000000"/>
                          </a:solidFill>
                          <a:effectLst/>
                          <a:latin typeface="Times New Roman" panose="02020603050405020304" pitchFamily="18" charset="0"/>
                          <a:cs typeface="Times New Roman" panose="02020603050405020304" pitchFamily="18" charset="0"/>
                        </a:rPr>
                        <a:t>Zhu et al. (2024)</a:t>
                      </a:r>
                      <a:endParaRPr lang="en-IN" sz="1800" b="0" i="1" u="none" strike="noStrike">
                        <a:effectLst/>
                        <a:latin typeface="Arial" panose="020B0604020202020204" pitchFamily="34" charset="0"/>
                      </a:endParaRPr>
                    </a:p>
                  </a:txBody>
                  <a:tcPr marR="121920" marT="76200" marB="76200" anchor="ctr"/>
                </a:tc>
                <a:tc>
                  <a:txBody>
                    <a:bodyPr/>
                    <a:lstStyle/>
                    <a:p>
                      <a:pPr marL="0" algn="l" rtl="0" eaLnBrk="1" fontAlgn="ctr" latinLnBrk="0" hangingPunct="1">
                        <a:lnSpc>
                          <a:spcPct val="139000"/>
                        </a:lnSpc>
                        <a:buNone/>
                      </a:pPr>
                      <a:r>
                        <a:rPr lang="en-IN" sz="1400" b="0" i="1" u="none" strike="noStrike" kern="1200">
                          <a:solidFill>
                            <a:srgbClr val="000000"/>
                          </a:solidFill>
                          <a:effectLst/>
                          <a:latin typeface="Times New Roman" panose="02020603050405020304" pitchFamily="18" charset="0"/>
                          <a:cs typeface="Times New Roman" panose="02020603050405020304" pitchFamily="18" charset="0"/>
                        </a:rPr>
                        <a:t>Cosine similarity, secure aggregation, blockchain-based trust</a:t>
                      </a:r>
                      <a:endParaRPr lang="en-IN" sz="1800" b="0" i="1" u="none" strike="noStrike">
                        <a:effectLst/>
                        <a:latin typeface="Arial" panose="020B0604020202020204" pitchFamily="34" charset="0"/>
                      </a:endParaRPr>
                    </a:p>
                  </a:txBody>
                  <a:tcPr marL="121920" marR="121920" marT="76200" marB="76200" anchor="ctr"/>
                </a:tc>
                <a:tc>
                  <a:txBody>
                    <a:bodyPr/>
                    <a:lstStyle/>
                    <a:p>
                      <a:pPr marL="0" algn="l" rtl="0" eaLnBrk="1" fontAlgn="ctr" latinLnBrk="0" hangingPunct="1">
                        <a:lnSpc>
                          <a:spcPct val="139000"/>
                        </a:lnSpc>
                        <a:buNone/>
                      </a:pPr>
                      <a:r>
                        <a:rPr lang="en-IN" sz="1400" b="0" i="1" u="none" strike="noStrike" kern="1200">
                          <a:solidFill>
                            <a:srgbClr val="000000"/>
                          </a:solidFill>
                          <a:effectLst/>
                          <a:latin typeface="Times New Roman" panose="02020603050405020304" pitchFamily="18" charset="0"/>
                          <a:cs typeface="Times New Roman" panose="02020603050405020304" pitchFamily="18" charset="0"/>
                        </a:rPr>
                        <a:t>Byzantine / poisoning attacks</a:t>
                      </a:r>
                      <a:endParaRPr lang="en-IN" sz="1800" b="0" i="1" u="none" strike="noStrike">
                        <a:effectLst/>
                        <a:latin typeface="Arial" panose="020B0604020202020204" pitchFamily="34" charset="0"/>
                      </a:endParaRPr>
                    </a:p>
                  </a:txBody>
                  <a:tcPr marL="121920" marR="121920" marT="76200" marB="76200" anchor="ctr"/>
                </a:tc>
                <a:tc>
                  <a:txBody>
                    <a:bodyPr/>
                    <a:lstStyle/>
                    <a:p>
                      <a:pPr marL="0" algn="l" rtl="0" eaLnBrk="1" fontAlgn="ctr" latinLnBrk="0" hangingPunct="1">
                        <a:lnSpc>
                          <a:spcPct val="139000"/>
                        </a:lnSpc>
                        <a:buNone/>
                      </a:pPr>
                      <a:r>
                        <a:rPr lang="en-IN" sz="1400" b="0" i="1" u="none" strike="noStrike" kern="1200" dirty="0">
                          <a:solidFill>
                            <a:srgbClr val="000000"/>
                          </a:solidFill>
                          <a:effectLst/>
                          <a:latin typeface="Times New Roman" panose="02020603050405020304" pitchFamily="18" charset="0"/>
                          <a:cs typeface="Times New Roman" panose="02020603050405020304" pitchFamily="18" charset="0"/>
                        </a:rPr>
                        <a:t>Similarity-only; weak for Non-IID; can misclassify legitimate updates</a:t>
                      </a:r>
                      <a:endParaRPr lang="en-IN" sz="1800" b="0" i="1" u="none" strike="noStrike" dirty="0">
                        <a:effectLst/>
                        <a:latin typeface="Arial" panose="020B0604020202020204" pitchFamily="34" charset="0"/>
                      </a:endParaRPr>
                    </a:p>
                  </a:txBody>
                  <a:tcPr marL="121920" marT="76200" marB="76200" anchor="ctr"/>
                </a:tc>
                <a:extLst>
                  <a:ext uri="{0D108BD9-81ED-4DB2-BD59-A6C34878D82A}">
                    <a16:rowId xmlns:a16="http://schemas.microsoft.com/office/drawing/2014/main" val="1139256956"/>
                  </a:ext>
                </a:extLst>
              </a:tr>
              <a:tr h="1151705">
                <a:tc>
                  <a:txBody>
                    <a:bodyPr/>
                    <a:lstStyle/>
                    <a:p>
                      <a:pPr marL="0" algn="l" rtl="0" eaLnBrk="1" fontAlgn="ctr" latinLnBrk="0" hangingPunct="1">
                        <a:lnSpc>
                          <a:spcPct val="139000"/>
                        </a:lnSpc>
                        <a:buNone/>
                      </a:pPr>
                      <a:r>
                        <a:rPr lang="en-IN" sz="1400" b="0" i="1" u="none" strike="noStrike" kern="1200">
                          <a:solidFill>
                            <a:srgbClr val="000000"/>
                          </a:solidFill>
                          <a:effectLst/>
                          <a:latin typeface="Times New Roman" panose="02020603050405020304" pitchFamily="18" charset="0"/>
                          <a:cs typeface="Times New Roman" panose="02020603050405020304" pitchFamily="18" charset="0"/>
                        </a:rPr>
                        <a:t>Kavuri et al. (2025)</a:t>
                      </a:r>
                      <a:endParaRPr lang="en-IN" sz="1800" b="0" i="1" u="none" strike="noStrike">
                        <a:effectLst/>
                        <a:latin typeface="Arial" panose="020B0604020202020204" pitchFamily="34" charset="0"/>
                      </a:endParaRPr>
                    </a:p>
                  </a:txBody>
                  <a:tcPr marR="121920" marT="76200" marB="76200" anchor="ctr"/>
                </a:tc>
                <a:tc>
                  <a:txBody>
                    <a:bodyPr/>
                    <a:lstStyle/>
                    <a:p>
                      <a:pPr marL="0" algn="l" rtl="0" eaLnBrk="1" fontAlgn="ctr" latinLnBrk="0" hangingPunct="1">
                        <a:lnSpc>
                          <a:spcPct val="139000"/>
                        </a:lnSpc>
                        <a:buNone/>
                      </a:pPr>
                      <a:r>
                        <a:rPr lang="en-IN" sz="1400" b="0" i="1" u="none" strike="noStrike" kern="1200">
                          <a:solidFill>
                            <a:srgbClr val="000000"/>
                          </a:solidFill>
                          <a:effectLst/>
                          <a:latin typeface="Times New Roman" panose="02020603050405020304" pitchFamily="18" charset="0"/>
                          <a:cs typeface="Times New Roman" panose="02020603050405020304" pitchFamily="18" charset="0"/>
                        </a:rPr>
                        <a:t>Gradient consistency, update stability, historical behavior, contribution-based trust</a:t>
                      </a:r>
                      <a:endParaRPr lang="en-IN" sz="1800" b="0" i="1" u="none" strike="noStrike">
                        <a:effectLst/>
                        <a:latin typeface="Arial" panose="020B0604020202020204" pitchFamily="34" charset="0"/>
                      </a:endParaRPr>
                    </a:p>
                  </a:txBody>
                  <a:tcPr marL="121920" marR="121920" marT="76200" marB="76200" anchor="ctr"/>
                </a:tc>
                <a:tc>
                  <a:txBody>
                    <a:bodyPr/>
                    <a:lstStyle/>
                    <a:p>
                      <a:pPr marL="0" algn="l" rtl="0" eaLnBrk="1" fontAlgn="ctr" latinLnBrk="0" hangingPunct="1">
                        <a:lnSpc>
                          <a:spcPct val="139000"/>
                        </a:lnSpc>
                        <a:buNone/>
                      </a:pPr>
                      <a:r>
                        <a:rPr lang="en-IN" sz="1400" b="0" i="1" u="none" strike="noStrike" kern="1200">
                          <a:solidFill>
                            <a:srgbClr val="000000"/>
                          </a:solidFill>
                          <a:effectLst/>
                          <a:latin typeface="Times New Roman" panose="02020603050405020304" pitchFamily="18" charset="0"/>
                          <a:cs typeface="Times New Roman" panose="02020603050405020304" pitchFamily="18" charset="0"/>
                        </a:rPr>
                        <a:t>Poisoning / Byzantine attacks</a:t>
                      </a:r>
                      <a:endParaRPr lang="en-IN" sz="1800" b="0" i="1" u="none" strike="noStrike">
                        <a:effectLst/>
                        <a:latin typeface="Arial" panose="020B0604020202020204" pitchFamily="34" charset="0"/>
                      </a:endParaRPr>
                    </a:p>
                  </a:txBody>
                  <a:tcPr marL="121920" marR="121920" marT="76200" marB="76200" anchor="ctr"/>
                </a:tc>
                <a:tc>
                  <a:txBody>
                    <a:bodyPr/>
                    <a:lstStyle/>
                    <a:p>
                      <a:pPr marL="0" algn="l" rtl="0" eaLnBrk="1" fontAlgn="ctr" latinLnBrk="0" hangingPunct="1">
                        <a:lnSpc>
                          <a:spcPct val="139000"/>
                        </a:lnSpc>
                        <a:buNone/>
                      </a:pPr>
                      <a:r>
                        <a:rPr lang="en-IN" sz="1400" b="0" i="1" u="none" strike="noStrike" kern="1200" dirty="0">
                          <a:solidFill>
                            <a:srgbClr val="000000"/>
                          </a:solidFill>
                          <a:effectLst/>
                          <a:latin typeface="Times New Roman" panose="02020603050405020304" pitchFamily="18" charset="0"/>
                          <a:cs typeface="Times New Roman" panose="02020603050405020304" pitchFamily="18" charset="0"/>
                        </a:rPr>
                        <a:t>Built for Federated Learning, not Swarm Learning</a:t>
                      </a:r>
                      <a:endParaRPr lang="en-IN" sz="1800" b="0" i="1" u="none" strike="noStrike" dirty="0">
                        <a:effectLst/>
                        <a:latin typeface="Arial" panose="020B0604020202020204" pitchFamily="34" charset="0"/>
                      </a:endParaRPr>
                    </a:p>
                  </a:txBody>
                  <a:tcPr marL="121920" marT="76200" marB="76200" anchor="ctr"/>
                </a:tc>
                <a:extLst>
                  <a:ext uri="{0D108BD9-81ED-4DB2-BD59-A6C34878D82A}">
                    <a16:rowId xmlns:a16="http://schemas.microsoft.com/office/drawing/2014/main" val="1419388253"/>
                  </a:ext>
                </a:extLst>
              </a:tr>
              <a:tr h="1151705">
                <a:tc>
                  <a:txBody>
                    <a:bodyPr/>
                    <a:lstStyle/>
                    <a:p>
                      <a:pPr marL="0" algn="l" rtl="0" eaLnBrk="1" fontAlgn="ctr" latinLnBrk="0" hangingPunct="1">
                        <a:lnSpc>
                          <a:spcPct val="139000"/>
                        </a:lnSpc>
                        <a:buNone/>
                      </a:pPr>
                      <a:r>
                        <a:rPr lang="en-IN" sz="1400" b="0" i="1" u="none" strike="noStrike" kern="1200">
                          <a:solidFill>
                            <a:srgbClr val="000000"/>
                          </a:solidFill>
                          <a:effectLst/>
                          <a:latin typeface="Times New Roman" panose="02020603050405020304" pitchFamily="18" charset="0"/>
                          <a:cs typeface="Times New Roman" panose="02020603050405020304" pitchFamily="18" charset="0"/>
                        </a:rPr>
                        <a:t>Karami et al. (2026)</a:t>
                      </a:r>
                      <a:endParaRPr lang="en-IN" sz="1800" b="0" i="1" u="none" strike="noStrike">
                        <a:effectLst/>
                        <a:latin typeface="Arial" panose="020B0604020202020204" pitchFamily="34" charset="0"/>
                      </a:endParaRPr>
                    </a:p>
                  </a:txBody>
                  <a:tcPr marR="121920" marT="76200" marB="76200" anchor="ctr"/>
                </a:tc>
                <a:tc>
                  <a:txBody>
                    <a:bodyPr/>
                    <a:lstStyle/>
                    <a:p>
                      <a:pPr marL="0" algn="l" rtl="0" eaLnBrk="1" fontAlgn="ctr" latinLnBrk="0" hangingPunct="1">
                        <a:lnSpc>
                          <a:spcPct val="139000"/>
                        </a:lnSpc>
                        <a:buNone/>
                      </a:pPr>
                      <a:r>
                        <a:rPr lang="en-IN" sz="1400" b="0" i="1" u="none" strike="noStrike" kern="1200" dirty="0">
                          <a:solidFill>
                            <a:srgbClr val="000000"/>
                          </a:solidFill>
                          <a:effectLst/>
                          <a:latin typeface="Times New Roman" panose="02020603050405020304" pitchFamily="18" charset="0"/>
                          <a:cs typeface="Times New Roman" panose="02020603050405020304" pitchFamily="18" charset="0"/>
                        </a:rPr>
                        <a:t>Cosine, peer similarity, gradient norm, sign consistency, Shapley contribution, adaptive trust</a:t>
                      </a:r>
                      <a:endParaRPr lang="en-IN" sz="1800" b="0" i="1" u="none" strike="noStrike" dirty="0">
                        <a:effectLst/>
                        <a:latin typeface="Arial" panose="020B0604020202020204" pitchFamily="34" charset="0"/>
                      </a:endParaRPr>
                    </a:p>
                  </a:txBody>
                  <a:tcPr marL="121920" marR="121920" marT="76200" marB="76200" anchor="ctr"/>
                </a:tc>
                <a:tc>
                  <a:txBody>
                    <a:bodyPr/>
                    <a:lstStyle/>
                    <a:p>
                      <a:pPr marL="0" algn="l" rtl="0" eaLnBrk="1" fontAlgn="ctr" latinLnBrk="0" hangingPunct="1">
                        <a:lnSpc>
                          <a:spcPct val="139000"/>
                        </a:lnSpc>
                        <a:buNone/>
                      </a:pPr>
                      <a:r>
                        <a:rPr lang="en-IN" sz="1400" b="0" i="1" u="none" strike="noStrike" kern="1200" dirty="0">
                          <a:solidFill>
                            <a:srgbClr val="000000"/>
                          </a:solidFill>
                          <a:effectLst/>
                          <a:latin typeface="Times New Roman" panose="02020603050405020304" pitchFamily="18" charset="0"/>
                          <a:cs typeface="Times New Roman" panose="02020603050405020304" pitchFamily="18" charset="0"/>
                        </a:rPr>
                        <a:t>Scaling, partial scaling, sign-flipping, Gaussian noise, label-flipping</a:t>
                      </a:r>
                      <a:endParaRPr lang="en-IN" sz="1800" b="0" i="1" u="none" strike="noStrike" dirty="0">
                        <a:effectLst/>
                        <a:latin typeface="Arial" panose="020B0604020202020204" pitchFamily="34" charset="0"/>
                      </a:endParaRPr>
                    </a:p>
                  </a:txBody>
                  <a:tcPr marL="121920" marR="121920" marT="76200" marB="76200" anchor="ctr"/>
                </a:tc>
                <a:tc>
                  <a:txBody>
                    <a:bodyPr/>
                    <a:lstStyle/>
                    <a:p>
                      <a:pPr marL="0" algn="l" rtl="0" eaLnBrk="1" fontAlgn="ctr" latinLnBrk="0" hangingPunct="1">
                        <a:lnSpc>
                          <a:spcPct val="139000"/>
                        </a:lnSpc>
                        <a:buNone/>
                      </a:pPr>
                      <a:r>
                        <a:rPr lang="en-IN" sz="1400" b="0" i="1" u="none" strike="noStrike" kern="1200" dirty="0">
                          <a:solidFill>
                            <a:srgbClr val="000000"/>
                          </a:solidFill>
                          <a:effectLst/>
                          <a:latin typeface="Times New Roman" panose="02020603050405020304" pitchFamily="18" charset="0"/>
                          <a:cs typeface="Times New Roman" panose="02020603050405020304" pitchFamily="18" charset="0"/>
                        </a:rPr>
                        <a:t>Shapley is costly; subtle attacks; Non-IID </a:t>
                      </a:r>
                      <a:r>
                        <a:rPr lang="en-IN" sz="1400" b="0" i="1" u="none" strike="noStrike" kern="1200">
                          <a:solidFill>
                            <a:srgbClr val="000000"/>
                          </a:solidFill>
                          <a:effectLst/>
                          <a:latin typeface="Times New Roman" panose="02020603050405020304" pitchFamily="18" charset="0"/>
                          <a:cs typeface="Times New Roman" panose="02020603050405020304" pitchFamily="18" charset="0"/>
                        </a:rPr>
                        <a:t>adversarial behaviour </a:t>
                      </a:r>
                      <a:r>
                        <a:rPr lang="en-IN" sz="1400" b="0" i="1" u="none" strike="noStrike" kern="1200" dirty="0">
                          <a:solidFill>
                            <a:srgbClr val="000000"/>
                          </a:solidFill>
                          <a:effectLst/>
                          <a:latin typeface="Times New Roman" panose="02020603050405020304" pitchFamily="18" charset="0"/>
                          <a:cs typeface="Times New Roman" panose="02020603050405020304" pitchFamily="18" charset="0"/>
                        </a:rPr>
                        <a:t>needs more study</a:t>
                      </a:r>
                      <a:endParaRPr lang="en-IN" sz="1800" b="0" i="1" u="none" strike="noStrike" dirty="0">
                        <a:effectLst/>
                        <a:latin typeface="Arial" panose="020B0604020202020204" pitchFamily="34" charset="0"/>
                      </a:endParaRPr>
                    </a:p>
                  </a:txBody>
                  <a:tcPr marL="121920" marT="76200" marB="76200" anchor="ctr"/>
                </a:tc>
                <a:extLst>
                  <a:ext uri="{0D108BD9-81ED-4DB2-BD59-A6C34878D82A}">
                    <a16:rowId xmlns:a16="http://schemas.microsoft.com/office/drawing/2014/main" val="1333618480"/>
                  </a:ext>
                </a:extLst>
              </a:tr>
              <a:tr h="827082">
                <a:tc>
                  <a:txBody>
                    <a:bodyPr/>
                    <a:lstStyle/>
                    <a:p>
                      <a:pPr marL="0" algn="l" rtl="0" eaLnBrk="1" fontAlgn="ctr" latinLnBrk="0" hangingPunct="1">
                        <a:lnSpc>
                          <a:spcPct val="139000"/>
                        </a:lnSpc>
                        <a:buNone/>
                      </a:pPr>
                      <a:r>
                        <a:rPr lang="en-IN" sz="1400" b="0" i="1" u="none" strike="noStrike" kern="1200">
                          <a:solidFill>
                            <a:srgbClr val="000000"/>
                          </a:solidFill>
                          <a:effectLst/>
                          <a:latin typeface="Times New Roman" panose="02020603050405020304" pitchFamily="18" charset="0"/>
                          <a:cs typeface="Times New Roman" panose="02020603050405020304" pitchFamily="18" charset="0"/>
                        </a:rPr>
                        <a:t>Vélez et al. (2026)</a:t>
                      </a:r>
                      <a:endParaRPr lang="en-IN" sz="1800" b="0" i="1" u="none" strike="noStrike">
                        <a:effectLst/>
                        <a:latin typeface="Arial" panose="020B0604020202020204" pitchFamily="34" charset="0"/>
                      </a:endParaRPr>
                    </a:p>
                  </a:txBody>
                  <a:tcPr marR="121920" marT="76200" marB="76200" anchor="ctr"/>
                </a:tc>
                <a:tc>
                  <a:txBody>
                    <a:bodyPr/>
                    <a:lstStyle/>
                    <a:p>
                      <a:pPr marL="0" algn="l" rtl="0" eaLnBrk="1" fontAlgn="ctr" latinLnBrk="0" hangingPunct="1">
                        <a:lnSpc>
                          <a:spcPct val="139000"/>
                        </a:lnSpc>
                        <a:buNone/>
                      </a:pPr>
                      <a:r>
                        <a:rPr lang="en-IN" sz="1400" b="0" i="1" u="none" strike="noStrike" kern="1200" dirty="0">
                          <a:solidFill>
                            <a:srgbClr val="000000"/>
                          </a:solidFill>
                          <a:effectLst/>
                          <a:latin typeface="Times New Roman" panose="02020603050405020304" pitchFamily="18" charset="0"/>
                          <a:cs typeface="Times New Roman" panose="02020603050405020304" pitchFamily="18" charset="0"/>
                        </a:rPr>
                        <a:t>LOO, Include-One-In, Everybody-Else, secure aggregation</a:t>
                      </a:r>
                      <a:endParaRPr lang="en-IN" sz="1800" b="0" i="1" u="none" strike="noStrike" dirty="0">
                        <a:effectLst/>
                        <a:latin typeface="Arial" panose="020B0604020202020204" pitchFamily="34" charset="0"/>
                      </a:endParaRPr>
                    </a:p>
                  </a:txBody>
                  <a:tcPr marL="121920" marR="121920" marT="76200" marB="76200" anchor="ctr"/>
                </a:tc>
                <a:tc>
                  <a:txBody>
                    <a:bodyPr/>
                    <a:lstStyle/>
                    <a:p>
                      <a:pPr marL="0" algn="l" rtl="0" eaLnBrk="1" fontAlgn="ctr" latinLnBrk="0" hangingPunct="1">
                        <a:lnSpc>
                          <a:spcPct val="139000"/>
                        </a:lnSpc>
                        <a:buNone/>
                      </a:pPr>
                      <a:r>
                        <a:rPr lang="en-IN" sz="1400" b="0" i="1" u="none" strike="noStrike" kern="1200" dirty="0">
                          <a:solidFill>
                            <a:srgbClr val="000000"/>
                          </a:solidFill>
                          <a:effectLst/>
                          <a:latin typeface="Times New Roman" panose="02020603050405020304" pitchFamily="18" charset="0"/>
                          <a:cs typeface="Times New Roman" panose="02020603050405020304" pitchFamily="18" charset="0"/>
                        </a:rPr>
                        <a:t>Contribution manipulation / adversarial behaviour</a:t>
                      </a:r>
                      <a:endParaRPr lang="en-IN" sz="1800" b="0" i="1" u="none" strike="noStrike" dirty="0">
                        <a:effectLst/>
                        <a:latin typeface="Arial" panose="020B0604020202020204" pitchFamily="34" charset="0"/>
                      </a:endParaRPr>
                    </a:p>
                  </a:txBody>
                  <a:tcPr marL="121920" marR="121920" marT="76200" marB="76200" anchor="ctr"/>
                </a:tc>
                <a:tc>
                  <a:txBody>
                    <a:bodyPr/>
                    <a:lstStyle/>
                    <a:p>
                      <a:pPr marL="0" algn="l" rtl="0" eaLnBrk="1" fontAlgn="ctr" latinLnBrk="0" hangingPunct="1">
                        <a:lnSpc>
                          <a:spcPct val="139000"/>
                        </a:lnSpc>
                        <a:buNone/>
                      </a:pPr>
                      <a:r>
                        <a:rPr lang="en-IN" sz="1400" b="0" i="1" u="none" strike="noStrike" kern="1200" dirty="0">
                          <a:solidFill>
                            <a:srgbClr val="000000"/>
                          </a:solidFill>
                          <a:effectLst/>
                          <a:latin typeface="Times New Roman" panose="02020603050405020304" pitchFamily="18" charset="0"/>
                          <a:cs typeface="Times New Roman" panose="02020603050405020304" pitchFamily="18" charset="0"/>
                        </a:rPr>
                        <a:t>Focused on contribution evaluation → limited poisoning-attack detection</a:t>
                      </a:r>
                      <a:endParaRPr lang="en-IN" sz="1800" b="0" i="1" u="none" strike="noStrike" dirty="0">
                        <a:effectLst/>
                        <a:latin typeface="Arial" panose="020B0604020202020204" pitchFamily="34" charset="0"/>
                      </a:endParaRPr>
                    </a:p>
                  </a:txBody>
                  <a:tcPr marL="121920" marT="76200" marB="76200" anchor="ctr"/>
                </a:tc>
                <a:extLst>
                  <a:ext uri="{0D108BD9-81ED-4DB2-BD59-A6C34878D82A}">
                    <a16:rowId xmlns:a16="http://schemas.microsoft.com/office/drawing/2014/main" val="1875670435"/>
                  </a:ext>
                </a:extLst>
              </a:tr>
            </a:tbl>
          </a:graphicData>
        </a:graphic>
      </p:graphicFrame>
    </p:spTree>
    <p:extLst>
      <p:ext uri="{BB962C8B-B14F-4D97-AF65-F5344CB8AC3E}">
        <p14:creationId xmlns:p14="http://schemas.microsoft.com/office/powerpoint/2010/main" val="26684812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23-09-2026</a:t>
            </a:fld>
            <a:endParaRPr lang="en-IN" dirty="0">
              <a:solidFill>
                <a:schemeClr val="tx1"/>
              </a:solidFill>
            </a:endParaRPr>
          </a:p>
        </p:txBody>
      </p:sp>
      <p:sp>
        <p:nvSpPr>
          <p:cNvPr id="13" name="Slide Number Placeholder 12"/>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8</a:t>
            </a:fld>
            <a:endParaRPr lang="en-IN" sz="1800" dirty="0">
              <a:solidFill>
                <a:schemeClr val="tx1"/>
              </a:solidFill>
            </a:endParaRPr>
          </a:p>
        </p:txBody>
      </p:sp>
      <p:sp>
        <p:nvSpPr>
          <p:cNvPr id="15" name="TextBox 14"/>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p:cNvSpPr txBox="1"/>
          <p:nvPr/>
        </p:nvSpPr>
        <p:spPr>
          <a:xfrm flipH="1">
            <a:off x="135928" y="1326501"/>
            <a:ext cx="11920141"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 Proposed Method | </a:t>
            </a:r>
            <a:r>
              <a:rPr lang="en-IN" sz="1400" dirty="0">
                <a:solidFill>
                  <a:schemeClr val="bg1">
                    <a:lumMod val="75000"/>
                  </a:schemeClr>
                </a:solidFill>
                <a:latin typeface="Times New Roman" panose="02020603050405020304" pitchFamily="18" charset="0"/>
                <a:cs typeface="Times New Roman" panose="02020603050405020304" pitchFamily="18" charset="0"/>
              </a:rPr>
              <a:t>Data &amp; Setup | key Results | Strengths &amp; Limitations | Relevance to my research |</a:t>
            </a:r>
          </a:p>
        </p:txBody>
      </p:sp>
      <p:sp>
        <p:nvSpPr>
          <p:cNvPr id="6" name="Rectangle 5"/>
          <p:cNvSpPr/>
          <p:nvPr/>
        </p:nvSpPr>
        <p:spPr>
          <a:xfrm>
            <a:off x="2082799" y="862390"/>
            <a:ext cx="10020709" cy="738664"/>
          </a:xfrm>
          <a:prstGeom prst="rect">
            <a:avLst/>
          </a:prstGeom>
        </p:spPr>
        <p:txBody>
          <a:bodyPr wrap="square">
            <a:spAutoFit/>
          </a:bodyPr>
          <a:lstStyle/>
          <a:p>
            <a:r>
              <a:rPr lang="en-US" sz="1400" b="1" dirty="0"/>
              <a:t> </a:t>
            </a:r>
            <a:r>
              <a:rPr lang="en-IN" sz="1400" b="1" dirty="0"/>
              <a:t>Zero-Trust Empowered Decentralized Security Defense against Poisoning Attacks in SL-IoT: Joint Distance-Accuracy Detection Approach</a:t>
            </a:r>
            <a:r>
              <a:rPr lang="en-US" sz="1400" b="1" dirty="0"/>
              <a:t>  </a:t>
            </a:r>
            <a:br>
              <a:rPr lang="en-US" sz="1400" dirty="0"/>
            </a:br>
            <a:endParaRPr lang="en-IN" sz="1400" dirty="0"/>
          </a:p>
        </p:txBody>
      </p:sp>
      <p:sp>
        <p:nvSpPr>
          <p:cNvPr id="8" name="TextBox 7"/>
          <p:cNvSpPr txBox="1"/>
          <p:nvPr/>
        </p:nvSpPr>
        <p:spPr>
          <a:xfrm>
            <a:off x="653143" y="1819469"/>
            <a:ext cx="7945445" cy="3371885"/>
          </a:xfrm>
          <a:prstGeom prst="rect">
            <a:avLst/>
          </a:prstGeom>
          <a:noFill/>
        </p:spPr>
        <p:txBody>
          <a:bodyPr wrap="none" rtlCol="0">
            <a:spAutoFit/>
          </a:bodyPr>
          <a:lstStyle/>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Uses Zero-Trust Architecture (ZTA) for Swarm Learning.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Continuously calculates risk and node scores.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Uses Manhattan distance to detect abnormal model updates.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Uses accuracy difference to identify poisoning that distance detection may miss.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Uses two headers: </a:t>
            </a:r>
          </a:p>
          <a:p>
            <a:pPr lvl="0">
              <a:lnSpc>
                <a:spcPct val="150000"/>
              </a:lnSpc>
            </a:pPr>
            <a:r>
              <a:rPr lang="en-IN" b="1" dirty="0"/>
              <a:t>         </a:t>
            </a:r>
            <a:r>
              <a:rPr lang="en-IN" dirty="0">
                <a:latin typeface="Times New Roman" panose="02020603050405020304" pitchFamily="18" charset="0"/>
                <a:cs typeface="Times New Roman" panose="02020603050405020304" pitchFamily="18" charset="0"/>
              </a:rPr>
              <a:t>Aggregation Header: aggregates local model parameters. </a:t>
            </a:r>
          </a:p>
          <a:p>
            <a:pPr lvl="0">
              <a:lnSpc>
                <a:spcPct val="150000"/>
              </a:lnSpc>
            </a:pPr>
            <a:r>
              <a:rPr lang="en-IN" dirty="0">
                <a:latin typeface="Times New Roman" panose="02020603050405020304" pitchFamily="18" charset="0"/>
                <a:cs typeface="Times New Roman" panose="02020603050405020304" pitchFamily="18" charset="0"/>
              </a:rPr>
              <a:t>         Detection Header: checks the new global model.</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Includes an extra-defense mechanism when malicious nodes are numerous</a:t>
            </a:r>
            <a:r>
              <a:rPr lang="en-IN" dirty="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23-09-2026</a:t>
            </a:fld>
            <a:endParaRPr lang="en-IN" dirty="0">
              <a:solidFill>
                <a:schemeClr val="tx1"/>
              </a:solidFill>
            </a:endParaRPr>
          </a:p>
        </p:txBody>
      </p:sp>
      <p:sp>
        <p:nvSpPr>
          <p:cNvPr id="13" name="Slide Number Placeholder 12"/>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9</a:t>
            </a:fld>
            <a:endParaRPr lang="en-IN" sz="1800" dirty="0">
              <a:solidFill>
                <a:schemeClr val="tx1"/>
              </a:solidFill>
            </a:endParaRPr>
          </a:p>
        </p:txBody>
      </p:sp>
      <p:sp>
        <p:nvSpPr>
          <p:cNvPr id="15" name="TextBox 14"/>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a:t>
            </a:r>
            <a:r>
              <a:rPr lang="en-IN" sz="1400" dirty="0">
                <a:latin typeface="Times New Roman" panose="02020603050405020304" pitchFamily="18" charset="0"/>
                <a:cs typeface="Times New Roman" panose="02020603050405020304" pitchFamily="18" charset="0"/>
              </a:rPr>
              <a:t>| Data &amp; Setup | </a:t>
            </a:r>
            <a:r>
              <a:rPr lang="en-IN" sz="1400" dirty="0">
                <a:solidFill>
                  <a:schemeClr val="bg1">
                    <a:lumMod val="75000"/>
                  </a:schemeClr>
                </a:solidFill>
                <a:latin typeface="Times New Roman" panose="02020603050405020304" pitchFamily="18" charset="0"/>
                <a:cs typeface="Times New Roman" panose="02020603050405020304" pitchFamily="18" charset="0"/>
              </a:rPr>
              <a:t>key Results | Strengths &amp; Limitations | Relevance to my research |</a:t>
            </a:r>
          </a:p>
        </p:txBody>
      </p:sp>
      <p:sp>
        <p:nvSpPr>
          <p:cNvPr id="6" name="Rectangle 5"/>
          <p:cNvSpPr/>
          <p:nvPr/>
        </p:nvSpPr>
        <p:spPr>
          <a:xfrm>
            <a:off x="2082799" y="862390"/>
            <a:ext cx="10020709" cy="738664"/>
          </a:xfrm>
          <a:prstGeom prst="rect">
            <a:avLst/>
          </a:prstGeom>
        </p:spPr>
        <p:txBody>
          <a:bodyPr wrap="square">
            <a:spAutoFit/>
          </a:bodyPr>
          <a:lstStyle/>
          <a:p>
            <a:r>
              <a:rPr lang="en-US" sz="1400" b="1" dirty="0"/>
              <a:t> </a:t>
            </a:r>
            <a:r>
              <a:rPr lang="en-IN" sz="1400" b="1" dirty="0"/>
              <a:t>Zero-Trust Empowered Decentralized Security Defense against Poisoning Attacks in SL-IoT: Joint Distance-Accuracy Detection Approach</a:t>
            </a:r>
            <a:r>
              <a:rPr lang="en-US" sz="1400" b="1" dirty="0"/>
              <a:t>  </a:t>
            </a:r>
            <a:br>
              <a:rPr lang="en-US" sz="1400" dirty="0"/>
            </a:br>
            <a:endParaRPr lang="en-IN" sz="1400" dirty="0"/>
          </a:p>
        </p:txBody>
      </p:sp>
      <p:sp>
        <p:nvSpPr>
          <p:cNvPr id="7" name="TextBox 6"/>
          <p:cNvSpPr txBox="1"/>
          <p:nvPr/>
        </p:nvSpPr>
        <p:spPr>
          <a:xfrm>
            <a:off x="597160" y="1838131"/>
            <a:ext cx="10142376" cy="327782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Datasets: MNIST and CIFAR-10.</a:t>
            </a:r>
          </a:p>
          <a:p>
            <a:pPr>
              <a:lnSpc>
                <a:spcPct val="150000"/>
              </a:lnSpc>
            </a:pPr>
            <a:r>
              <a:rPr lang="en-IN" dirty="0">
                <a:latin typeface="Times New Roman" panose="02020603050405020304" pitchFamily="18" charset="0"/>
                <a:cs typeface="Times New Roman" panose="02020603050405020304" pitchFamily="18" charset="0"/>
              </a:rPr>
              <a:t>• Framework: Flower framework for decentralized learning experiments.</a:t>
            </a:r>
          </a:p>
          <a:p>
            <a:pPr>
              <a:lnSpc>
                <a:spcPct val="150000"/>
              </a:lnSpc>
            </a:pPr>
            <a:r>
              <a:rPr lang="en-IN" dirty="0">
                <a:latin typeface="Times New Roman" panose="02020603050405020304" pitchFamily="18" charset="0"/>
                <a:cs typeface="Times New Roman" panose="02020603050405020304" pitchFamily="18" charset="0"/>
              </a:rPr>
              <a:t>• Nodes: 8 machine-learning nodes participating in Swarm Learning.</a:t>
            </a:r>
          </a:p>
          <a:p>
            <a:pPr>
              <a:lnSpc>
                <a:spcPct val="150000"/>
              </a:lnSpc>
            </a:pPr>
            <a:r>
              <a:rPr lang="en-IN" dirty="0">
                <a:latin typeface="Times New Roman" panose="02020603050405020304" pitchFamily="18" charset="0"/>
                <a:cs typeface="Times New Roman" panose="02020603050405020304" pitchFamily="18" charset="0"/>
              </a:rPr>
              <a:t>• Data Distribution: Each node receives approximately 3% of the MNIST training data and 8% of the CIFAR-10 training data.</a:t>
            </a:r>
          </a:p>
          <a:p>
            <a:pPr>
              <a:lnSpc>
                <a:spcPct val="150000"/>
              </a:lnSpc>
            </a:pPr>
            <a:r>
              <a:rPr lang="en-IN" dirty="0">
                <a:latin typeface="Times New Roman" panose="02020603050405020304" pitchFamily="18" charset="0"/>
                <a:cs typeface="Times New Roman" panose="02020603050405020304" pitchFamily="18" charset="0"/>
              </a:rPr>
              <a:t>• Federation: Experiments are conducted with multiple participating nodes under Swarm Learning.</a:t>
            </a:r>
          </a:p>
          <a:p>
            <a:pPr>
              <a:lnSpc>
                <a:spcPct val="150000"/>
              </a:lnSpc>
            </a:pPr>
            <a:r>
              <a:rPr lang="en-IN" dirty="0">
                <a:latin typeface="Times New Roman" panose="02020603050405020304" pitchFamily="18" charset="0"/>
                <a:cs typeface="Times New Roman" panose="02020603050405020304" pitchFamily="18" charset="0"/>
              </a:rPr>
              <a:t>• Attacks: Random Attacker (RA) and Specialized Aggregation Attacker (SA).</a:t>
            </a:r>
          </a:p>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23-09-2026</a:t>
            </a:fld>
            <a:endParaRPr lang="en-IN" dirty="0">
              <a:solidFill>
                <a:schemeClr val="tx1"/>
              </a:solidFill>
            </a:endParaRPr>
          </a:p>
        </p:txBody>
      </p:sp>
      <p:sp>
        <p:nvSpPr>
          <p:cNvPr id="13" name="Slide Number Placeholder 12"/>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10</a:t>
            </a:fld>
            <a:endParaRPr lang="en-IN" sz="1800" dirty="0">
              <a:solidFill>
                <a:schemeClr val="tx1"/>
              </a:solidFill>
            </a:endParaRPr>
          </a:p>
        </p:txBody>
      </p:sp>
      <p:sp>
        <p:nvSpPr>
          <p:cNvPr id="15" name="TextBox 14"/>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a:t>
            </a:r>
            <a:r>
              <a:rPr lang="en-IN" sz="1400" dirty="0">
                <a:latin typeface="Times New Roman" panose="02020603050405020304" pitchFamily="18" charset="0"/>
                <a:cs typeface="Times New Roman" panose="02020603050405020304" pitchFamily="18" charset="0"/>
              </a:rPr>
              <a:t>| key Results | </a:t>
            </a:r>
            <a:r>
              <a:rPr lang="en-IN" sz="1400" dirty="0">
                <a:solidFill>
                  <a:schemeClr val="bg1">
                    <a:lumMod val="75000"/>
                  </a:schemeClr>
                </a:solidFill>
                <a:latin typeface="Times New Roman" panose="02020603050405020304" pitchFamily="18" charset="0"/>
                <a:cs typeface="Times New Roman" panose="02020603050405020304" pitchFamily="18" charset="0"/>
              </a:rPr>
              <a:t>Strengths &amp; Limitations | Relevance to my research |</a:t>
            </a:r>
          </a:p>
        </p:txBody>
      </p:sp>
      <p:sp>
        <p:nvSpPr>
          <p:cNvPr id="6" name="Rectangle 5"/>
          <p:cNvSpPr/>
          <p:nvPr/>
        </p:nvSpPr>
        <p:spPr>
          <a:xfrm>
            <a:off x="2082799" y="862390"/>
            <a:ext cx="10020709" cy="738664"/>
          </a:xfrm>
          <a:prstGeom prst="rect">
            <a:avLst/>
          </a:prstGeom>
        </p:spPr>
        <p:txBody>
          <a:bodyPr wrap="square">
            <a:spAutoFit/>
          </a:bodyPr>
          <a:lstStyle/>
          <a:p>
            <a:r>
              <a:rPr lang="en-IN" sz="1400" b="1" dirty="0"/>
              <a:t>Zero-Trust Empowered Decentralized Security Defense against Poisoning Attacks in SL-IoT: Joint Distance-Accuracy Detection Approach</a:t>
            </a:r>
            <a:r>
              <a:rPr lang="en-US" sz="1400" b="1" dirty="0"/>
              <a:t>  </a:t>
            </a:r>
            <a:br>
              <a:rPr lang="en-US" sz="1400" dirty="0"/>
            </a:br>
            <a:endParaRPr lang="en-IN" sz="1400" dirty="0"/>
          </a:p>
        </p:txBody>
      </p:sp>
      <p:sp>
        <p:nvSpPr>
          <p:cNvPr id="8" name="TextBox 7"/>
          <p:cNvSpPr txBox="1"/>
          <p:nvPr/>
        </p:nvSpPr>
        <p:spPr>
          <a:xfrm>
            <a:off x="354563" y="2107720"/>
            <a:ext cx="11411339" cy="337335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It achieved about 40% higher accuracy than related methods when fewer attackers were present. It achieved about 18 percentage points higher accuracy under header attacks with 60–80% attackers.</a:t>
            </a:r>
          </a:p>
          <a:p>
            <a:pPr>
              <a:lnSpc>
                <a:spcPct val="150000"/>
              </a:lnSpc>
            </a:pPr>
            <a:r>
              <a:rPr lang="en-IN" dirty="0">
                <a:latin typeface="Times New Roman" panose="02020603050405020304" pitchFamily="18" charset="0"/>
                <a:cs typeface="Times New Roman" panose="02020603050405020304" pitchFamily="18" charset="0"/>
              </a:rPr>
              <a:t>•    Effective against Random Attacker (RA) and Specialized Aggregation Attacker (SA) poisoning attacks.</a:t>
            </a:r>
          </a:p>
          <a:p>
            <a:pPr>
              <a:lnSpc>
                <a:spcPct val="150000"/>
              </a:lnSpc>
            </a:pPr>
            <a:r>
              <a:rPr lang="en-IN" dirty="0">
                <a:latin typeface="Times New Roman" panose="02020603050405020304" pitchFamily="18" charset="0"/>
                <a:cs typeface="Times New Roman" panose="02020603050405020304" pitchFamily="18" charset="0"/>
              </a:rPr>
              <a:t>•   Successfully handles malicious header nodes in the Swarm Learning environment.</a:t>
            </a:r>
          </a:p>
          <a:p>
            <a:pPr>
              <a:lnSpc>
                <a:spcPct val="150000"/>
              </a:lnSpc>
            </a:pPr>
            <a:r>
              <a:rPr lang="en-IN" dirty="0">
                <a:latin typeface="Times New Roman" panose="02020603050405020304" pitchFamily="18" charset="0"/>
                <a:cs typeface="Times New Roman" panose="02020603050405020304" pitchFamily="18" charset="0"/>
              </a:rPr>
              <a:t>•   Joint distance-accuracy detection improves the identification of abnormal or poisoned model updates.</a:t>
            </a:r>
          </a:p>
          <a:p>
            <a:pPr>
              <a:lnSpc>
                <a:spcPct val="150000"/>
              </a:lnSpc>
            </a:pPr>
            <a:r>
              <a:rPr lang="en-IN" dirty="0">
                <a:latin typeface="Times New Roman" panose="02020603050405020304" pitchFamily="18" charset="0"/>
                <a:cs typeface="Times New Roman" panose="02020603050405020304" pitchFamily="18" charset="0"/>
              </a:rPr>
              <a:t>•   Achieved better robustness under high attack ratios, although specialized attacks and many-attacker scenarios remain challenging.</a:t>
            </a:r>
          </a:p>
          <a:p>
            <a:pPr>
              <a:lnSpc>
                <a:spcPct val="150000"/>
              </a:lnSpc>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23-09-2026</a:t>
            </a:fld>
            <a:endParaRPr lang="en-IN" dirty="0">
              <a:solidFill>
                <a:schemeClr val="tx1"/>
              </a:solidFill>
            </a:endParaRPr>
          </a:p>
        </p:txBody>
      </p:sp>
      <p:sp>
        <p:nvSpPr>
          <p:cNvPr id="13" name="Slide Number Placeholder 12"/>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11</a:t>
            </a:fld>
            <a:endParaRPr lang="en-IN" sz="1800" dirty="0">
              <a:solidFill>
                <a:schemeClr val="tx1"/>
              </a:solidFill>
            </a:endParaRPr>
          </a:p>
        </p:txBody>
      </p:sp>
      <p:sp>
        <p:nvSpPr>
          <p:cNvPr id="15" name="TextBox 14"/>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a:t>
            </a:r>
            <a:r>
              <a:rPr lang="en-IN" sz="1400" dirty="0">
                <a:latin typeface="Times New Roman" panose="02020603050405020304" pitchFamily="18" charset="0"/>
                <a:cs typeface="Times New Roman" panose="02020603050405020304" pitchFamily="18" charset="0"/>
              </a:rPr>
              <a:t>| Strengths &amp; Limitations | </a:t>
            </a:r>
            <a:r>
              <a:rPr lang="en-IN" sz="1400" dirty="0">
                <a:solidFill>
                  <a:schemeClr val="bg1">
                    <a:lumMod val="75000"/>
                  </a:schemeClr>
                </a:solidFill>
                <a:latin typeface="Times New Roman" panose="02020603050405020304" pitchFamily="18" charset="0"/>
                <a:cs typeface="Times New Roman" panose="02020603050405020304" pitchFamily="18" charset="0"/>
              </a:rPr>
              <a:t>Relevance to my research |</a:t>
            </a:r>
          </a:p>
        </p:txBody>
      </p:sp>
      <p:sp>
        <p:nvSpPr>
          <p:cNvPr id="6" name="Rectangle 5"/>
          <p:cNvSpPr/>
          <p:nvPr/>
        </p:nvSpPr>
        <p:spPr>
          <a:xfrm>
            <a:off x="2082799" y="862390"/>
            <a:ext cx="10020709" cy="738664"/>
          </a:xfrm>
          <a:prstGeom prst="rect">
            <a:avLst/>
          </a:prstGeom>
        </p:spPr>
        <p:txBody>
          <a:bodyPr wrap="square">
            <a:spAutoFit/>
          </a:bodyPr>
          <a:lstStyle/>
          <a:p>
            <a:r>
              <a:rPr lang="en-IN" sz="1400" b="1" dirty="0"/>
              <a:t>Zero-Trust Empowered Decentralized Security Defense against Poisoning Attacks in SL-IoT: Joint Distance-Accuracy Detection Approach</a:t>
            </a:r>
            <a:r>
              <a:rPr lang="en-US" sz="1400" b="1" dirty="0"/>
              <a:t>  </a:t>
            </a:r>
            <a:br>
              <a:rPr lang="en-US" sz="1400" dirty="0"/>
            </a:br>
            <a:endParaRPr lang="en-IN" sz="1400" dirty="0"/>
          </a:p>
        </p:txBody>
      </p:sp>
      <p:sp>
        <p:nvSpPr>
          <p:cNvPr id="8" name="Rectangle 7"/>
          <p:cNvSpPr/>
          <p:nvPr/>
        </p:nvSpPr>
        <p:spPr>
          <a:xfrm>
            <a:off x="6259202"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393386"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393386" y="1799012"/>
            <a:ext cx="1075872"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Strengths</a:t>
            </a:r>
          </a:p>
        </p:txBody>
      </p:sp>
      <p:sp>
        <p:nvSpPr>
          <p:cNvPr id="20" name="TextBox 19"/>
          <p:cNvSpPr txBox="1"/>
          <p:nvPr/>
        </p:nvSpPr>
        <p:spPr>
          <a:xfrm>
            <a:off x="6259202" y="1779509"/>
            <a:ext cx="1249060"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Limitations</a:t>
            </a:r>
          </a:p>
        </p:txBody>
      </p:sp>
      <p:sp>
        <p:nvSpPr>
          <p:cNvPr id="10" name="TextBox 9">
            <a:extLst>
              <a:ext uri="{FF2B5EF4-FFF2-40B4-BE49-F238E27FC236}">
                <a16:creationId xmlns:a16="http://schemas.microsoft.com/office/drawing/2014/main" id="{60F867E2-DA69-AF01-279A-D0C621299B6E}"/>
              </a:ext>
            </a:extLst>
          </p:cNvPr>
          <p:cNvSpPr txBox="1"/>
          <p:nvPr/>
        </p:nvSpPr>
        <p:spPr>
          <a:xfrm>
            <a:off x="393386" y="2224132"/>
            <a:ext cx="5256195" cy="3277820"/>
          </a:xfrm>
          <a:prstGeom prst="rect">
            <a:avLst/>
          </a:prstGeom>
          <a:noFill/>
        </p:spPr>
        <p:txBody>
          <a:bodyPr wrap="square" rtlCol="0">
            <a:spAutoFit/>
          </a:bodyPr>
          <a:lstStyle/>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Uses a Zero-Trust Architecture.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Protects against malicious header nodes.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Combines distance and accuracy detection.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Uses node risk/credit and historical behave</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Maintains decentralized learning.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Provides an extra defense mechanism when detection becomes unreliable</a:t>
            </a:r>
            <a:r>
              <a:rPr lang="en-IN" dirty="0"/>
              <a:t>. </a:t>
            </a:r>
          </a:p>
          <a:p>
            <a:endParaRPr lang="en-IN" dirty="0"/>
          </a:p>
        </p:txBody>
      </p:sp>
      <p:sp>
        <p:nvSpPr>
          <p:cNvPr id="21" name="TextBox 20">
            <a:extLst>
              <a:ext uri="{FF2B5EF4-FFF2-40B4-BE49-F238E27FC236}">
                <a16:creationId xmlns:a16="http://schemas.microsoft.com/office/drawing/2014/main" id="{E5FCC88D-247C-BA18-726F-FF45E33D5AEA}"/>
              </a:ext>
            </a:extLst>
          </p:cNvPr>
          <p:cNvSpPr txBox="1"/>
          <p:nvPr/>
        </p:nvSpPr>
        <p:spPr>
          <a:xfrm>
            <a:off x="6095998" y="2194560"/>
            <a:ext cx="5604511" cy="3782061"/>
          </a:xfrm>
          <a:prstGeom prst="rect">
            <a:avLst/>
          </a:prstGeom>
          <a:noFill/>
        </p:spPr>
        <p:txBody>
          <a:bodyPr wrap="square">
            <a:spAutoFit/>
          </a:bodyPr>
          <a:lstStyle/>
          <a:p>
            <a:pPr marL="285750" lvl="0" indent="-285750">
              <a:lnSpc>
                <a:spcPct val="150000"/>
              </a:lnSpc>
              <a:buFont typeface="Arial" panose="020B0604020202020204" pitchFamily="34" charset="0"/>
              <a:buChar char="•"/>
            </a:pPr>
            <a:r>
              <a:rPr lang="en-IN" sz="1800" dirty="0">
                <a:solidFill>
                  <a:schemeClr val="tx1"/>
                </a:solidFill>
                <a:latin typeface="Times New Roman" panose="02020603050405020304" pitchFamily="18" charset="0"/>
                <a:cs typeface="Times New Roman" panose="02020603050405020304" pitchFamily="18" charset="0"/>
              </a:rPr>
              <a:t>Manhattan distance can still be affected by Non-IID data distributions. </a:t>
            </a:r>
          </a:p>
          <a:p>
            <a:pPr marL="285750" lvl="0" indent="-285750">
              <a:lnSpc>
                <a:spcPct val="150000"/>
              </a:lnSpc>
              <a:buFont typeface="Arial" panose="020B0604020202020204" pitchFamily="34" charset="0"/>
              <a:buChar char="•"/>
            </a:pPr>
            <a:r>
              <a:rPr lang="en-IN" sz="1800" i="1" dirty="0">
                <a:solidFill>
                  <a:schemeClr val="tx1"/>
                </a:solidFill>
                <a:latin typeface="Times New Roman" panose="02020603050405020304" pitchFamily="18" charset="0"/>
                <a:cs typeface="Times New Roman" panose="02020603050405020304" pitchFamily="18" charset="0"/>
              </a:rPr>
              <a:t>Honest nodes with naturally different updates may appear abnormal. </a:t>
            </a:r>
          </a:p>
          <a:p>
            <a:pPr marL="285750" lvl="0" indent="-285750">
              <a:lnSpc>
                <a:spcPct val="150000"/>
              </a:lnSpc>
              <a:buFont typeface="Arial" panose="020B0604020202020204" pitchFamily="34" charset="0"/>
              <a:buChar char="•"/>
            </a:pPr>
            <a:r>
              <a:rPr lang="en-IN" sz="1800" dirty="0">
                <a:solidFill>
                  <a:schemeClr val="tx1"/>
                </a:solidFill>
                <a:latin typeface="Times New Roman" panose="02020603050405020304" pitchFamily="18" charset="0"/>
                <a:cs typeface="Times New Roman" panose="02020603050405020304" pitchFamily="18" charset="0"/>
              </a:rPr>
              <a:t>Detection mainly focuses on parameter distance and accuracy. </a:t>
            </a:r>
          </a:p>
          <a:p>
            <a:pPr marL="285750" lvl="0" indent="-285750">
              <a:lnSpc>
                <a:spcPct val="150000"/>
              </a:lnSpc>
              <a:buFont typeface="Arial" panose="020B0604020202020204" pitchFamily="34" charset="0"/>
              <a:buChar char="•"/>
            </a:pPr>
            <a:r>
              <a:rPr lang="en-IN" sz="1800" dirty="0">
                <a:solidFill>
                  <a:schemeClr val="tx1"/>
                </a:solidFill>
                <a:latin typeface="Times New Roman" panose="02020603050405020304" pitchFamily="18" charset="0"/>
                <a:cs typeface="Times New Roman" panose="02020603050405020304" pitchFamily="18" charset="0"/>
              </a:rPr>
              <a:t>Participant contribution is not explicitly considered. </a:t>
            </a:r>
          </a:p>
          <a:p>
            <a:pPr marL="285750" lvl="0" indent="-285750">
              <a:lnSpc>
                <a:spcPct val="150000"/>
              </a:lnSpc>
              <a:buFont typeface="Arial" panose="020B0604020202020204" pitchFamily="34" charset="0"/>
              <a:buChar char="•"/>
            </a:pPr>
            <a:r>
              <a:rPr lang="en-IN" sz="1800" dirty="0">
                <a:solidFill>
                  <a:schemeClr val="tx1"/>
                </a:solidFill>
                <a:latin typeface="Times New Roman" panose="02020603050405020304" pitchFamily="18" charset="0"/>
                <a:cs typeface="Times New Roman" panose="02020603050405020304" pitchFamily="18" charset="0"/>
              </a:rPr>
              <a:t>Similarity alone/distance-based detection may not fully identify sophisticated poisoning.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23-09-2026</a:t>
            </a:fld>
            <a:endParaRPr lang="en-IN" dirty="0">
              <a:solidFill>
                <a:schemeClr val="tx1"/>
              </a:solidFill>
            </a:endParaRPr>
          </a:p>
        </p:txBody>
      </p:sp>
      <p:sp>
        <p:nvSpPr>
          <p:cNvPr id="13" name="Slide Number Placeholder 12"/>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12</a:t>
            </a:fld>
            <a:endParaRPr lang="en-IN" sz="1800" dirty="0">
              <a:solidFill>
                <a:schemeClr val="tx1"/>
              </a:solidFill>
            </a:endParaRPr>
          </a:p>
        </p:txBody>
      </p:sp>
      <p:sp>
        <p:nvSpPr>
          <p:cNvPr id="15" name="TextBox 14"/>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 Strengths &amp; Limitations </a:t>
            </a:r>
            <a:r>
              <a:rPr lang="en-IN" sz="1400" dirty="0">
                <a:latin typeface="Times New Roman" panose="02020603050405020304" pitchFamily="18" charset="0"/>
                <a:cs typeface="Times New Roman" panose="02020603050405020304" pitchFamily="18" charset="0"/>
              </a:rPr>
              <a:t>| Relevance to my research |</a:t>
            </a:r>
          </a:p>
        </p:txBody>
      </p:sp>
      <p:sp>
        <p:nvSpPr>
          <p:cNvPr id="6" name="Rectangle 5"/>
          <p:cNvSpPr/>
          <p:nvPr/>
        </p:nvSpPr>
        <p:spPr>
          <a:xfrm>
            <a:off x="2082799" y="862390"/>
            <a:ext cx="10020709" cy="738664"/>
          </a:xfrm>
          <a:prstGeom prst="rect">
            <a:avLst/>
          </a:prstGeom>
        </p:spPr>
        <p:txBody>
          <a:bodyPr wrap="square">
            <a:spAutoFit/>
          </a:bodyPr>
          <a:lstStyle/>
          <a:p>
            <a:r>
              <a:rPr lang="en-IN" sz="1400" b="1" dirty="0"/>
              <a:t>Zero-Trust Empowered Decentralized Security Defense against Poisoning Attacks in SL-IoT: Joint Distance-Accuracy Detection Approach</a:t>
            </a:r>
            <a:r>
              <a:rPr lang="en-US" sz="1400" b="1" dirty="0"/>
              <a:t>  </a:t>
            </a:r>
            <a:br>
              <a:rPr lang="en-US" sz="1400" dirty="0"/>
            </a:br>
            <a:endParaRPr lang="en-IN" sz="1400" dirty="0"/>
          </a:p>
        </p:txBody>
      </p:sp>
      <p:sp>
        <p:nvSpPr>
          <p:cNvPr id="7" name="TextBox 6"/>
          <p:cNvSpPr txBox="1"/>
          <p:nvPr/>
        </p:nvSpPr>
        <p:spPr>
          <a:xfrm>
            <a:off x="373224" y="1912776"/>
            <a:ext cx="11689134" cy="286232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Provides a Zero-Trust-based approach that is relevant to poisoning attack detection in Swarm Learning.</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The paper shows that model update distance and validation accuracy can be combined to improve poisoning detection.</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Considers node risk, credit, and historical behaviour, which are important for evaluating participant trust.</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Addresses malicious header nodes, which is an important security issue in decentralized Swarm Learning.</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Our project extends this direction by considering contribution, validation performance, update magnitude, similarity, and historical behaviour to reduce false positives for honest Non-IID participants.</a:t>
            </a:r>
          </a:p>
          <a:p>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27961-1CAC-8005-7187-56D1F62339C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2B2F215-4159-3EEF-4F6A-052171DC40E8}"/>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C7B208E9-1B73-C946-AB0E-1214528B6798}"/>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3159D507-0D68-2FB5-5714-4F1DC0DF4716}"/>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23-09-2026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BC332DAD-FA34-9DE8-FBF4-8F50F97A2EC2}"/>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13</a:t>
            </a:fld>
            <a:endParaRPr lang="en-IN" sz="1800" dirty="0">
              <a:solidFill>
                <a:schemeClr val="tx1"/>
              </a:solidFill>
            </a:endParaRPr>
          </a:p>
        </p:txBody>
      </p:sp>
      <p:sp>
        <p:nvSpPr>
          <p:cNvPr id="15" name="TextBox 14">
            <a:extLst>
              <a:ext uri="{FF2B5EF4-FFF2-40B4-BE49-F238E27FC236}">
                <a16:creationId xmlns:a16="http://schemas.microsoft.com/office/drawing/2014/main" id="{52C699CB-DB38-8B69-17F3-2E06FE1E00B5}"/>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3DEB772-BECD-0AA6-553C-ABC9CB156574}"/>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a:extLst>
              <a:ext uri="{FF2B5EF4-FFF2-40B4-BE49-F238E27FC236}">
                <a16:creationId xmlns:a16="http://schemas.microsoft.com/office/drawing/2014/main" id="{D4648E60-FFA4-4FBA-9330-23EE3D2ADB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6ECD8F64-F03C-99FB-4F75-6E3333F94FF4}"/>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a:extLst>
              <a:ext uri="{FF2B5EF4-FFF2-40B4-BE49-F238E27FC236}">
                <a16:creationId xmlns:a16="http://schemas.microsoft.com/office/drawing/2014/main" id="{A9C5CE5E-4483-F94C-C736-8CE24E7E6033}"/>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15340B63-F564-F2F8-C8DB-BFC2B0807B15}"/>
              </a:ext>
            </a:extLst>
          </p:cNvPr>
          <p:cNvSpPr txBox="1"/>
          <p:nvPr/>
        </p:nvSpPr>
        <p:spPr>
          <a:xfrm flipH="1">
            <a:off x="135928" y="1326501"/>
            <a:ext cx="11920141"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 Proposed Method | </a:t>
            </a:r>
            <a:r>
              <a:rPr lang="en-IN" sz="1400" dirty="0">
                <a:solidFill>
                  <a:schemeClr val="bg1">
                    <a:lumMod val="75000"/>
                  </a:schemeClr>
                </a:solidFill>
                <a:latin typeface="Times New Roman" panose="02020603050405020304" pitchFamily="18" charset="0"/>
                <a:cs typeface="Times New Roman" panose="02020603050405020304" pitchFamily="18" charset="0"/>
              </a:rPr>
              <a:t>Data &amp; Setup | key Results | Strengths &amp; Limitations | Relevance to my research |</a:t>
            </a:r>
          </a:p>
        </p:txBody>
      </p:sp>
      <p:sp>
        <p:nvSpPr>
          <p:cNvPr id="6" name="Rectangle 5">
            <a:extLst>
              <a:ext uri="{FF2B5EF4-FFF2-40B4-BE49-F238E27FC236}">
                <a16:creationId xmlns:a16="http://schemas.microsoft.com/office/drawing/2014/main" id="{7681FFE8-68AA-08B2-0608-1742FCD9C7D8}"/>
              </a:ext>
            </a:extLst>
          </p:cNvPr>
          <p:cNvSpPr/>
          <p:nvPr/>
        </p:nvSpPr>
        <p:spPr>
          <a:xfrm>
            <a:off x="2082799" y="862390"/>
            <a:ext cx="10020709" cy="307777"/>
          </a:xfrm>
          <a:prstGeom prst="rect">
            <a:avLst/>
          </a:prstGeom>
        </p:spPr>
        <p:txBody>
          <a:bodyPr wrap="square">
            <a:spAutoFit/>
          </a:bodyPr>
          <a:lstStyle/>
          <a:p>
            <a:r>
              <a:rPr lang="en-IN" sz="1400" b="1" dirty="0">
                <a:latin typeface="Times New Roman" panose="02020603050405020304" pitchFamily="18" charset="0"/>
                <a:cs typeface="Times New Roman" panose="02020603050405020304" pitchFamily="18" charset="0"/>
              </a:rPr>
              <a:t>SwarmShield: A Fully Decentralized Trust-Based Defense Against Adversarial Poisoning in Federated Learning</a:t>
            </a:r>
          </a:p>
        </p:txBody>
      </p:sp>
      <p:sp>
        <p:nvSpPr>
          <p:cNvPr id="8" name="TextBox 7">
            <a:extLst>
              <a:ext uri="{FF2B5EF4-FFF2-40B4-BE49-F238E27FC236}">
                <a16:creationId xmlns:a16="http://schemas.microsoft.com/office/drawing/2014/main" id="{588DAF55-D8D5-0811-D08A-EFAF6FDB847A}"/>
              </a:ext>
            </a:extLst>
          </p:cNvPr>
          <p:cNvSpPr txBox="1"/>
          <p:nvPr/>
        </p:nvSpPr>
        <p:spPr>
          <a:xfrm>
            <a:off x="653143" y="1819469"/>
            <a:ext cx="8638903" cy="3366563"/>
          </a:xfrm>
          <a:prstGeom prst="rect">
            <a:avLst/>
          </a:prstGeom>
          <a:noFill/>
        </p:spPr>
        <p:txBody>
          <a:bodyPr wrap="none" rtlCol="0">
            <a:spAutoFit/>
          </a:bodyPr>
          <a:lstStyle/>
          <a:p>
            <a:pPr lvl="0">
              <a:lnSpc>
                <a:spcPct val="150000"/>
              </a:lnSpc>
            </a:pPr>
            <a:r>
              <a:rPr lang="en-IN" dirty="0">
                <a:latin typeface="Times New Roman" panose="02020603050405020304" pitchFamily="18" charset="0"/>
                <a:cs typeface="Times New Roman" panose="02020603050405020304" pitchFamily="18" charset="0"/>
              </a:rPr>
              <a:t>• Decentralized local training without sharing private data.</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Similarity analysis using PCA, clustering and cosine similarity.</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Leave-One-Out contribution to measure each client's impact on global performance.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Multi-factor trust score combining contribution, similarity and validation performance.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Malicious clients identified using multiple behavioural signals.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Trust-based aggregation reduces the influence of suspicious updates.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Continuous trust updates across communication rounds.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Maintains decentralized Swarm Learning while improving poisoning-attack detection.</a:t>
            </a:r>
          </a:p>
        </p:txBody>
      </p:sp>
    </p:spTree>
    <p:extLst>
      <p:ext uri="{BB962C8B-B14F-4D97-AF65-F5344CB8AC3E}">
        <p14:creationId xmlns:p14="http://schemas.microsoft.com/office/powerpoint/2010/main" val="10895230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68258-E043-CB79-BFA7-B078B646765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F01BA8C-0BB2-3306-4C57-93B9AF91F31B}"/>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A93FCD27-2E6B-C137-992E-8D04A5F00FF9}"/>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737AA625-EC2A-4A88-F4A0-98C63AA4CD15}"/>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23-09-2026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31898F8E-C286-C1D8-C5D0-391A56C61760}"/>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14</a:t>
            </a:fld>
            <a:endParaRPr lang="en-IN" sz="1800" dirty="0">
              <a:solidFill>
                <a:schemeClr val="tx1"/>
              </a:solidFill>
            </a:endParaRPr>
          </a:p>
        </p:txBody>
      </p:sp>
      <p:sp>
        <p:nvSpPr>
          <p:cNvPr id="15" name="TextBox 14">
            <a:extLst>
              <a:ext uri="{FF2B5EF4-FFF2-40B4-BE49-F238E27FC236}">
                <a16:creationId xmlns:a16="http://schemas.microsoft.com/office/drawing/2014/main" id="{CA351F09-FF0C-B264-43D6-BE7BDBC92FFE}"/>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EDE50868-77E1-A0A3-8F61-E34D226346C3}"/>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a:extLst>
              <a:ext uri="{FF2B5EF4-FFF2-40B4-BE49-F238E27FC236}">
                <a16:creationId xmlns:a16="http://schemas.microsoft.com/office/drawing/2014/main" id="{49C9518B-E569-B96D-2F15-15B83E779E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42D808D1-9299-756F-1EFB-EF75DB65102F}"/>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a:extLst>
              <a:ext uri="{FF2B5EF4-FFF2-40B4-BE49-F238E27FC236}">
                <a16:creationId xmlns:a16="http://schemas.microsoft.com/office/drawing/2014/main" id="{3779F0C4-3996-4B95-350A-11BAA3B20AF8}"/>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CDD09A0F-3EF5-EF14-F503-3D17435DFC30}"/>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a:t>
            </a:r>
            <a:r>
              <a:rPr lang="en-IN" sz="1400" dirty="0">
                <a:latin typeface="Times New Roman" panose="02020603050405020304" pitchFamily="18" charset="0"/>
                <a:cs typeface="Times New Roman" panose="02020603050405020304" pitchFamily="18" charset="0"/>
              </a:rPr>
              <a:t>| Data &amp; Setup | </a:t>
            </a:r>
            <a:r>
              <a:rPr lang="en-IN" sz="1400" dirty="0">
                <a:solidFill>
                  <a:schemeClr val="bg1">
                    <a:lumMod val="75000"/>
                  </a:schemeClr>
                </a:solidFill>
                <a:latin typeface="Times New Roman" panose="02020603050405020304" pitchFamily="18" charset="0"/>
                <a:cs typeface="Times New Roman" panose="02020603050405020304" pitchFamily="18" charset="0"/>
              </a:rPr>
              <a:t>key Results | Strengths &amp; Limitations | Relevance to my research |</a:t>
            </a:r>
          </a:p>
        </p:txBody>
      </p:sp>
      <p:sp>
        <p:nvSpPr>
          <p:cNvPr id="6" name="Rectangle 5">
            <a:extLst>
              <a:ext uri="{FF2B5EF4-FFF2-40B4-BE49-F238E27FC236}">
                <a16:creationId xmlns:a16="http://schemas.microsoft.com/office/drawing/2014/main" id="{D7030578-929E-3E45-AA6D-D75574DB475B}"/>
              </a:ext>
            </a:extLst>
          </p:cNvPr>
          <p:cNvSpPr/>
          <p:nvPr/>
        </p:nvSpPr>
        <p:spPr>
          <a:xfrm>
            <a:off x="2082799" y="862390"/>
            <a:ext cx="10020709" cy="307777"/>
          </a:xfrm>
          <a:prstGeom prst="rect">
            <a:avLst/>
          </a:prstGeom>
        </p:spPr>
        <p:txBody>
          <a:bodyPr wrap="square">
            <a:spAutoFit/>
          </a:bodyPr>
          <a:lstStyle/>
          <a:p>
            <a:r>
              <a:rPr lang="en-IN" sz="1400" b="1" dirty="0">
                <a:latin typeface="Times New Roman" panose="02020603050405020304" pitchFamily="18" charset="0"/>
                <a:cs typeface="Times New Roman" panose="02020603050405020304" pitchFamily="18" charset="0"/>
              </a:rPr>
              <a:t>SwarmShield: A Fully Decentralized Trust-Based Defense Against Adversarial Poisoning in Federated Learning</a:t>
            </a:r>
          </a:p>
        </p:txBody>
      </p:sp>
      <p:sp>
        <p:nvSpPr>
          <p:cNvPr id="7" name="TextBox 6">
            <a:extLst>
              <a:ext uri="{FF2B5EF4-FFF2-40B4-BE49-F238E27FC236}">
                <a16:creationId xmlns:a16="http://schemas.microsoft.com/office/drawing/2014/main" id="{CAAE9817-25B3-7374-03B9-29CD9CF2A0F9}"/>
              </a:ext>
            </a:extLst>
          </p:cNvPr>
          <p:cNvSpPr txBox="1"/>
          <p:nvPr/>
        </p:nvSpPr>
        <p:spPr>
          <a:xfrm>
            <a:off x="597159" y="1838131"/>
            <a:ext cx="11105989" cy="2951064"/>
          </a:xfrm>
          <a:prstGeom prst="rect">
            <a:avLst/>
          </a:prstGeom>
          <a:noFill/>
        </p:spPr>
        <p:txBody>
          <a:bodyPr wrap="none" rtlCol="0">
            <a:spAutoFit/>
          </a:bodyPr>
          <a:lstStyle/>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Datasets: CIFAR-10, Derma MNIST, TwoLeadECG.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Models: ResNet-50 for image datasets; model for TwoLeadECG classification.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Nodes: 3 decentralized peer nodes; one malicious peer.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Federation: Swarm Learning with decentralized leader election and aggregation.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Defense : PCA + K-means clustering + cosine similarity + trust scoring + trust-weighted aggregation + blockchain.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Attacks: Label flipping, Extreme Noise, PGD, and FGSM.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Rounds: 50 rounds in the ablation study.</a:t>
            </a:r>
          </a:p>
        </p:txBody>
      </p:sp>
    </p:spTree>
    <p:extLst>
      <p:ext uri="{BB962C8B-B14F-4D97-AF65-F5344CB8AC3E}">
        <p14:creationId xmlns:p14="http://schemas.microsoft.com/office/powerpoint/2010/main" val="38030646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36EBF-9CD5-2532-6B1E-09332D7944E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0538129-8BFA-6D3F-3AE9-44729979E100}"/>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BC79DC66-B33C-C4B3-059A-345125FE2AEC}"/>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F7FA2FA1-BBC9-B2FC-098F-ED7D4ACB0A4E}"/>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23-09-2026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318FD72D-3773-20A2-F8FD-FCF8AD77ACB3}"/>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15</a:t>
            </a:fld>
            <a:endParaRPr lang="en-IN" sz="1800" dirty="0">
              <a:solidFill>
                <a:schemeClr val="tx1"/>
              </a:solidFill>
            </a:endParaRPr>
          </a:p>
        </p:txBody>
      </p:sp>
      <p:sp>
        <p:nvSpPr>
          <p:cNvPr id="15" name="TextBox 14">
            <a:extLst>
              <a:ext uri="{FF2B5EF4-FFF2-40B4-BE49-F238E27FC236}">
                <a16:creationId xmlns:a16="http://schemas.microsoft.com/office/drawing/2014/main" id="{AA351A8B-9333-163D-D8B3-EEED2AFB2DC8}"/>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972A659E-2367-A5EB-C6A5-80582EB03F6C}"/>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a:extLst>
              <a:ext uri="{FF2B5EF4-FFF2-40B4-BE49-F238E27FC236}">
                <a16:creationId xmlns:a16="http://schemas.microsoft.com/office/drawing/2014/main" id="{283DADB3-0583-4BD1-5989-B6A73366E01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B64C8E16-8E73-DBCE-AEE6-604F5DC76E90}"/>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a:extLst>
              <a:ext uri="{FF2B5EF4-FFF2-40B4-BE49-F238E27FC236}">
                <a16:creationId xmlns:a16="http://schemas.microsoft.com/office/drawing/2014/main" id="{C979227B-4FF6-A5FB-DEBC-2BBB55D26D60}"/>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E49D6B5E-F1C5-8B3A-840C-72DA0B80B5E4}"/>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a:t>
            </a:r>
            <a:r>
              <a:rPr lang="en-IN" sz="1400" dirty="0">
                <a:latin typeface="Times New Roman" panose="02020603050405020304" pitchFamily="18" charset="0"/>
                <a:cs typeface="Times New Roman" panose="02020603050405020304" pitchFamily="18" charset="0"/>
              </a:rPr>
              <a:t>| key Results | </a:t>
            </a:r>
            <a:r>
              <a:rPr lang="en-IN" sz="1400" dirty="0">
                <a:solidFill>
                  <a:schemeClr val="bg1">
                    <a:lumMod val="75000"/>
                  </a:schemeClr>
                </a:solidFill>
                <a:latin typeface="Times New Roman" panose="02020603050405020304" pitchFamily="18" charset="0"/>
                <a:cs typeface="Times New Roman" panose="02020603050405020304" pitchFamily="18" charset="0"/>
              </a:rPr>
              <a:t>Strengths &amp; Limitations | Relevance to my research |</a:t>
            </a:r>
          </a:p>
        </p:txBody>
      </p:sp>
      <p:sp>
        <p:nvSpPr>
          <p:cNvPr id="6" name="Rectangle 5">
            <a:extLst>
              <a:ext uri="{FF2B5EF4-FFF2-40B4-BE49-F238E27FC236}">
                <a16:creationId xmlns:a16="http://schemas.microsoft.com/office/drawing/2014/main" id="{613291F8-BD88-762E-0E64-D79972228799}"/>
              </a:ext>
            </a:extLst>
          </p:cNvPr>
          <p:cNvSpPr/>
          <p:nvPr/>
        </p:nvSpPr>
        <p:spPr>
          <a:xfrm>
            <a:off x="2082799" y="862390"/>
            <a:ext cx="10020709" cy="307777"/>
          </a:xfrm>
          <a:prstGeom prst="rect">
            <a:avLst/>
          </a:prstGeom>
        </p:spPr>
        <p:txBody>
          <a:bodyPr wrap="square">
            <a:spAutoFit/>
          </a:bodyPr>
          <a:lstStyle/>
          <a:p>
            <a:r>
              <a:rPr lang="en-IN" sz="1400" b="1" dirty="0">
                <a:latin typeface="Times New Roman" panose="02020603050405020304" pitchFamily="18" charset="0"/>
                <a:cs typeface="Times New Roman" panose="02020603050405020304" pitchFamily="18" charset="0"/>
              </a:rPr>
              <a:t>SwarmShield: A Fully Decentralized Trust-Based Defense Against Adversarial Poisoning in Federated Learning</a:t>
            </a:r>
          </a:p>
        </p:txBody>
      </p:sp>
      <p:sp>
        <p:nvSpPr>
          <p:cNvPr id="8" name="TextBox 7">
            <a:extLst>
              <a:ext uri="{FF2B5EF4-FFF2-40B4-BE49-F238E27FC236}">
                <a16:creationId xmlns:a16="http://schemas.microsoft.com/office/drawing/2014/main" id="{498FEF9E-74DC-8690-E7FF-70E45603FE03}"/>
              </a:ext>
            </a:extLst>
          </p:cNvPr>
          <p:cNvSpPr txBox="1"/>
          <p:nvPr/>
        </p:nvSpPr>
        <p:spPr>
          <a:xfrm>
            <a:off x="354563" y="1953468"/>
            <a:ext cx="10804849" cy="4197559"/>
          </a:xfrm>
          <a:prstGeom prst="rect">
            <a:avLst/>
          </a:prstGeom>
          <a:noFill/>
        </p:spPr>
        <p:txBody>
          <a:bodyPr wrap="square" rtlCol="0">
            <a:spAutoFit/>
          </a:bodyPr>
          <a:lstStyle/>
          <a:p>
            <a:pPr>
              <a:lnSpc>
                <a:spcPct val="150000"/>
              </a:lnSpc>
            </a:pPr>
            <a:r>
              <a:rPr lang="en-IN" dirty="0">
                <a:latin typeface="Times New Roman" panose="02020603050405020304" pitchFamily="18" charset="0"/>
                <a:cs typeface="Times New Roman" panose="02020603050405020304" pitchFamily="18" charset="0"/>
              </a:rPr>
              <a:t>•   Robust against 4 poisoning attacks: Label Flipping, Extreme Noise, Fast gradient sign method, and Projected gradient descent.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Achieved approximately 24.8% average accuracy improvement on CIFAR-10 under attacks.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Trust-based aggregation reduced the effect of malicious peers.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PCA + k-means + cosine similarity helped detect suspicious updates.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Eliminated the central aggregator, providing a fully decentralized defense. </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It improved average Canadian Institute for Advanced Research 10-class dataset accuracy by 24.8% under attacks. It maintained 74.71% clean accuracy on the Dermatology Modified National Institute of Standards and Technology database.</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49713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035CB-3463-1AF7-479F-8BFB5AA7267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58CDA1D-74AB-60D0-D90F-DAB3727E6878}"/>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5BA84D22-3838-8EAC-CB1E-725AD80345F0}"/>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9A64DBF1-BF52-C1A2-5CAE-B11F5A06C662}"/>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23-09-2026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BD7D7EC7-6258-CBE5-D808-84ED660F9385}"/>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16</a:t>
            </a:fld>
            <a:endParaRPr lang="en-IN" sz="1800" dirty="0">
              <a:solidFill>
                <a:schemeClr val="tx1"/>
              </a:solidFill>
            </a:endParaRPr>
          </a:p>
        </p:txBody>
      </p:sp>
      <p:sp>
        <p:nvSpPr>
          <p:cNvPr id="15" name="TextBox 14">
            <a:extLst>
              <a:ext uri="{FF2B5EF4-FFF2-40B4-BE49-F238E27FC236}">
                <a16:creationId xmlns:a16="http://schemas.microsoft.com/office/drawing/2014/main" id="{3AD6AF15-A8A6-875A-BF82-11B1AFBBFBC0}"/>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757E1E19-2EC7-28D7-2957-F0821DAE9500}"/>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a:extLst>
              <a:ext uri="{FF2B5EF4-FFF2-40B4-BE49-F238E27FC236}">
                <a16:creationId xmlns:a16="http://schemas.microsoft.com/office/drawing/2014/main" id="{7803A8A5-81EE-77C0-DD02-8983AB1E438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AA0D7948-6FF4-22FD-0D5F-6CEE7319AD9E}"/>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a:extLst>
              <a:ext uri="{FF2B5EF4-FFF2-40B4-BE49-F238E27FC236}">
                <a16:creationId xmlns:a16="http://schemas.microsoft.com/office/drawing/2014/main" id="{4594EA5B-722E-382D-6FFB-55563FB136C7}"/>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268A48F4-FB7E-7C12-CADA-A714F04A88B1}"/>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a:t>
            </a:r>
            <a:r>
              <a:rPr lang="en-IN" sz="1400" dirty="0">
                <a:latin typeface="Times New Roman" panose="02020603050405020304" pitchFamily="18" charset="0"/>
                <a:cs typeface="Times New Roman" panose="02020603050405020304" pitchFamily="18" charset="0"/>
              </a:rPr>
              <a:t>| Strengths &amp; Limitations | </a:t>
            </a:r>
            <a:r>
              <a:rPr lang="en-IN" sz="1400" dirty="0">
                <a:solidFill>
                  <a:schemeClr val="bg1">
                    <a:lumMod val="75000"/>
                  </a:schemeClr>
                </a:solidFill>
                <a:latin typeface="Times New Roman" panose="02020603050405020304" pitchFamily="18" charset="0"/>
                <a:cs typeface="Times New Roman" panose="02020603050405020304" pitchFamily="18" charset="0"/>
              </a:rPr>
              <a:t>Relevance to my research |</a:t>
            </a:r>
          </a:p>
        </p:txBody>
      </p:sp>
      <p:sp>
        <p:nvSpPr>
          <p:cNvPr id="6" name="Rectangle 5">
            <a:extLst>
              <a:ext uri="{FF2B5EF4-FFF2-40B4-BE49-F238E27FC236}">
                <a16:creationId xmlns:a16="http://schemas.microsoft.com/office/drawing/2014/main" id="{B8B931EE-2550-E344-F36B-AA1E5A084EA9}"/>
              </a:ext>
            </a:extLst>
          </p:cNvPr>
          <p:cNvSpPr/>
          <p:nvPr/>
        </p:nvSpPr>
        <p:spPr>
          <a:xfrm>
            <a:off x="2082799" y="862390"/>
            <a:ext cx="10020709" cy="307777"/>
          </a:xfrm>
          <a:prstGeom prst="rect">
            <a:avLst/>
          </a:prstGeom>
        </p:spPr>
        <p:txBody>
          <a:bodyPr wrap="square">
            <a:spAutoFit/>
          </a:bodyPr>
          <a:lstStyle/>
          <a:p>
            <a:r>
              <a:rPr lang="en-IN" sz="1400" b="1" dirty="0">
                <a:latin typeface="Times New Roman" panose="02020603050405020304" pitchFamily="18" charset="0"/>
                <a:cs typeface="Times New Roman" panose="02020603050405020304" pitchFamily="18" charset="0"/>
              </a:rPr>
              <a:t>SwarmShield: A Fully Decentralized Trust-Based Defense Against Adversarial Poisoning in Federated Learning</a:t>
            </a:r>
          </a:p>
        </p:txBody>
      </p:sp>
      <p:sp>
        <p:nvSpPr>
          <p:cNvPr id="8" name="Rectangle 7">
            <a:extLst>
              <a:ext uri="{FF2B5EF4-FFF2-40B4-BE49-F238E27FC236}">
                <a16:creationId xmlns:a16="http://schemas.microsoft.com/office/drawing/2014/main" id="{8E5402C1-F8FC-9142-069A-7BF5494B67AF}"/>
              </a:ext>
            </a:extLst>
          </p:cNvPr>
          <p:cNvSpPr/>
          <p:nvPr/>
        </p:nvSpPr>
        <p:spPr>
          <a:xfrm>
            <a:off x="6259202"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D3C1B83F-1FC5-574E-EF6B-308E060CE7A7}"/>
              </a:ext>
            </a:extLst>
          </p:cNvPr>
          <p:cNvSpPr/>
          <p:nvPr/>
        </p:nvSpPr>
        <p:spPr>
          <a:xfrm>
            <a:off x="393386"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68D5DBF2-DB67-056B-404B-A83C97B8ADED}"/>
              </a:ext>
            </a:extLst>
          </p:cNvPr>
          <p:cNvSpPr txBox="1"/>
          <p:nvPr/>
        </p:nvSpPr>
        <p:spPr>
          <a:xfrm>
            <a:off x="393386" y="1799012"/>
            <a:ext cx="1075872"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Strengths</a:t>
            </a:r>
          </a:p>
        </p:txBody>
      </p:sp>
      <p:sp>
        <p:nvSpPr>
          <p:cNvPr id="20" name="TextBox 19">
            <a:extLst>
              <a:ext uri="{FF2B5EF4-FFF2-40B4-BE49-F238E27FC236}">
                <a16:creationId xmlns:a16="http://schemas.microsoft.com/office/drawing/2014/main" id="{2DE01899-B52D-CCF9-39B4-55D730AEE125}"/>
              </a:ext>
            </a:extLst>
          </p:cNvPr>
          <p:cNvSpPr txBox="1"/>
          <p:nvPr/>
        </p:nvSpPr>
        <p:spPr>
          <a:xfrm>
            <a:off x="6259202" y="1779509"/>
            <a:ext cx="1249060"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Limitations</a:t>
            </a:r>
          </a:p>
        </p:txBody>
      </p:sp>
      <p:sp>
        <p:nvSpPr>
          <p:cNvPr id="10" name="TextBox 9">
            <a:extLst>
              <a:ext uri="{FF2B5EF4-FFF2-40B4-BE49-F238E27FC236}">
                <a16:creationId xmlns:a16="http://schemas.microsoft.com/office/drawing/2014/main" id="{692C9A40-48D2-99F7-5E20-D5834AE9C65C}"/>
              </a:ext>
            </a:extLst>
          </p:cNvPr>
          <p:cNvSpPr txBox="1"/>
          <p:nvPr/>
        </p:nvSpPr>
        <p:spPr>
          <a:xfrm>
            <a:off x="393386" y="2224132"/>
            <a:ext cx="5256195" cy="2535566"/>
          </a:xfrm>
          <a:prstGeom prst="rect">
            <a:avLst/>
          </a:prstGeom>
          <a:noFill/>
        </p:spPr>
        <p:txBody>
          <a:bodyPr wrap="square" rtlCol="0">
            <a:spAutoFit/>
          </a:bodyPr>
          <a:lstStyle/>
          <a:p>
            <a:pPr lvl="0">
              <a:lnSpc>
                <a:spcPct val="150000"/>
              </a:lnSpc>
            </a:pPr>
            <a:r>
              <a:rPr lang="en-IN" dirty="0">
                <a:latin typeface="Times New Roman" panose="02020603050405020304" pitchFamily="18" charset="0"/>
                <a:cs typeface="Times New Roman" panose="02020603050405020304" pitchFamily="18" charset="0"/>
              </a:rPr>
              <a:t>• Fully decentralized trust-based architecture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Detects and reduces malicious peer influence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Uses PCA, clustering and cosine similarity</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Dynamic trust scoring and trust-weighted aggregation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Supports multiple poisoning attacks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Dynamic leader election without a central aggregator</a:t>
            </a:r>
          </a:p>
        </p:txBody>
      </p:sp>
      <p:sp>
        <p:nvSpPr>
          <p:cNvPr id="21" name="TextBox 20">
            <a:extLst>
              <a:ext uri="{FF2B5EF4-FFF2-40B4-BE49-F238E27FC236}">
                <a16:creationId xmlns:a16="http://schemas.microsoft.com/office/drawing/2014/main" id="{EC9DA202-EB6D-F2BD-5020-600A5811EBF5}"/>
              </a:ext>
            </a:extLst>
          </p:cNvPr>
          <p:cNvSpPr txBox="1"/>
          <p:nvPr/>
        </p:nvSpPr>
        <p:spPr>
          <a:xfrm>
            <a:off x="6095998" y="2194560"/>
            <a:ext cx="5604511" cy="2535566"/>
          </a:xfrm>
          <a:prstGeom prst="rect">
            <a:avLst/>
          </a:prstGeom>
          <a:noFill/>
        </p:spPr>
        <p:txBody>
          <a:bodyPr wrap="square">
            <a:spAutoFit/>
          </a:bodyPr>
          <a:lstStyle/>
          <a:p>
            <a:pPr>
              <a:lnSpc>
                <a:spcPct val="150000"/>
              </a:lnSpc>
            </a:pPr>
            <a:r>
              <a:rPr lang="en-IN" dirty="0">
                <a:latin typeface="Times New Roman" panose="02020603050405020304" pitchFamily="18" charset="0"/>
                <a:cs typeface="Times New Roman" panose="02020603050405020304" pitchFamily="18" charset="0"/>
              </a:rPr>
              <a:t>• Honest heterogeneous nodes may appear suspicious.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Similarity-based detection may miss sophisticated attacks.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Additional communication and computation are required.</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PGD attacks may resemble natural data variations.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Participant contribution is not explicitly considered.</a:t>
            </a:r>
          </a:p>
        </p:txBody>
      </p:sp>
    </p:spTree>
    <p:extLst>
      <p:ext uri="{BB962C8B-B14F-4D97-AF65-F5344CB8AC3E}">
        <p14:creationId xmlns:p14="http://schemas.microsoft.com/office/powerpoint/2010/main" val="25700895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2CF4A-76E1-9F6C-C160-FD833176C6E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AA2E5B7-184D-BA4D-80BC-E34F5FBD6138}"/>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6D874638-3713-1442-4667-040B4137D48A}"/>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04A3DAED-7786-1E76-44FA-462AE31DB9AF}"/>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23-09-2026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F97D27C2-6F1B-E2B1-9E69-63C91529312A}"/>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17</a:t>
            </a:fld>
            <a:endParaRPr lang="en-IN" sz="1800" dirty="0">
              <a:solidFill>
                <a:schemeClr val="tx1"/>
              </a:solidFill>
            </a:endParaRPr>
          </a:p>
        </p:txBody>
      </p:sp>
      <p:sp>
        <p:nvSpPr>
          <p:cNvPr id="15" name="TextBox 14">
            <a:extLst>
              <a:ext uri="{FF2B5EF4-FFF2-40B4-BE49-F238E27FC236}">
                <a16:creationId xmlns:a16="http://schemas.microsoft.com/office/drawing/2014/main" id="{E7990475-FEFA-5FE6-E536-CA72BB4BFEC7}"/>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DC627721-F7DF-EA8C-2002-FD3844796AE9}"/>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a:extLst>
              <a:ext uri="{FF2B5EF4-FFF2-40B4-BE49-F238E27FC236}">
                <a16:creationId xmlns:a16="http://schemas.microsoft.com/office/drawing/2014/main" id="{38BBA964-310B-2CC5-8FBC-BFD9BA51BE0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8E5D778A-5669-A5ED-5FB9-FAAE4BC24DE4}"/>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a:extLst>
              <a:ext uri="{FF2B5EF4-FFF2-40B4-BE49-F238E27FC236}">
                <a16:creationId xmlns:a16="http://schemas.microsoft.com/office/drawing/2014/main" id="{3AB6F3EF-F517-DC0B-50C6-B2464653BF41}"/>
              </a:ext>
            </a:extLst>
          </p:cNvPr>
          <p:cNvSpPr>
            <a:spLocks noGrp="1"/>
          </p:cNvSpPr>
          <p:nvPr>
            <p:ph type="ftr" sz="quarter" idx="11"/>
          </p:nvPr>
        </p:nvSpPr>
        <p:spPr>
          <a:xfrm>
            <a:off x="3999271" y="6470253"/>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B604F9CA-FB38-B2AC-20DF-A7061C5FA6A2}"/>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 Strengths &amp; Limitations </a:t>
            </a:r>
            <a:r>
              <a:rPr lang="en-IN" sz="1400" dirty="0">
                <a:latin typeface="Times New Roman" panose="02020603050405020304" pitchFamily="18" charset="0"/>
                <a:cs typeface="Times New Roman" panose="02020603050405020304" pitchFamily="18" charset="0"/>
              </a:rPr>
              <a:t>| Relevance to my research |</a:t>
            </a:r>
          </a:p>
        </p:txBody>
      </p:sp>
      <p:sp>
        <p:nvSpPr>
          <p:cNvPr id="6" name="Rectangle 5">
            <a:extLst>
              <a:ext uri="{FF2B5EF4-FFF2-40B4-BE49-F238E27FC236}">
                <a16:creationId xmlns:a16="http://schemas.microsoft.com/office/drawing/2014/main" id="{13A124D7-C43A-6A41-5FE8-F3F46244A06D}"/>
              </a:ext>
            </a:extLst>
          </p:cNvPr>
          <p:cNvSpPr/>
          <p:nvPr/>
        </p:nvSpPr>
        <p:spPr>
          <a:xfrm>
            <a:off x="2082799" y="862390"/>
            <a:ext cx="10020709" cy="307777"/>
          </a:xfrm>
          <a:prstGeom prst="rect">
            <a:avLst/>
          </a:prstGeom>
        </p:spPr>
        <p:txBody>
          <a:bodyPr wrap="square">
            <a:spAutoFit/>
          </a:bodyPr>
          <a:lstStyle/>
          <a:p>
            <a:r>
              <a:rPr lang="en-IN" sz="1400" b="1" dirty="0">
                <a:latin typeface="Times New Roman" panose="02020603050405020304" pitchFamily="18" charset="0"/>
                <a:cs typeface="Times New Roman" panose="02020603050405020304" pitchFamily="18" charset="0"/>
              </a:rPr>
              <a:t>SwarmShield: A Fully Decentralized Trust-Based Defense Against Adversarial Poisoning in Federated Learning</a:t>
            </a:r>
          </a:p>
        </p:txBody>
      </p:sp>
      <p:sp>
        <p:nvSpPr>
          <p:cNvPr id="7" name="TextBox 6">
            <a:extLst>
              <a:ext uri="{FF2B5EF4-FFF2-40B4-BE49-F238E27FC236}">
                <a16:creationId xmlns:a16="http://schemas.microsoft.com/office/drawing/2014/main" id="{1B07C352-3E9C-D535-AEEF-6A95F4CAA42F}"/>
              </a:ext>
            </a:extLst>
          </p:cNvPr>
          <p:cNvSpPr txBox="1"/>
          <p:nvPr/>
        </p:nvSpPr>
        <p:spPr>
          <a:xfrm>
            <a:off x="373224" y="1912776"/>
            <a:ext cx="11689134" cy="2535566"/>
          </a:xfrm>
          <a:prstGeom prst="rect">
            <a:avLst/>
          </a:prstGeom>
          <a:noFill/>
        </p:spPr>
        <p:txBody>
          <a:bodyPr wrap="square" rtlCol="0">
            <a:spAutoFit/>
          </a:bodyPr>
          <a:lstStyle/>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Similarity-based detection supports malicious update identification.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Trust scoring provides a basis for trust-based attack detection.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Trust-weighted aggregation reduces malicious influence.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Decentralized learning matches our Swarm Learning approach.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PCA + k-means + cosine similarity detect abnormal updates.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Our project extends SwarmShield by adding client contribution (Leave-One-Out) for improved poisoning detection. </a:t>
            </a:r>
          </a:p>
        </p:txBody>
      </p:sp>
    </p:spTree>
    <p:extLst>
      <p:ext uri="{BB962C8B-B14F-4D97-AF65-F5344CB8AC3E}">
        <p14:creationId xmlns:p14="http://schemas.microsoft.com/office/powerpoint/2010/main" val="18855035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23-09-2026</a:t>
            </a:fld>
            <a:endParaRPr lang="en-IN" dirty="0">
              <a:solidFill>
                <a:schemeClr val="tx1"/>
              </a:solidFill>
            </a:endParaRPr>
          </a:p>
        </p:txBody>
      </p:sp>
      <p:sp>
        <p:nvSpPr>
          <p:cNvPr id="13" name="Slide Number Placeholder 12"/>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18</a:t>
            </a:fld>
            <a:endParaRPr lang="en-IN" sz="1800" dirty="0">
              <a:solidFill>
                <a:schemeClr val="tx1"/>
              </a:solidFill>
            </a:endParaRPr>
          </a:p>
        </p:txBody>
      </p:sp>
      <p:sp>
        <p:nvSpPr>
          <p:cNvPr id="15" name="TextBox 14"/>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p:cNvSpPr txBox="1"/>
          <p:nvPr/>
        </p:nvSpPr>
        <p:spPr>
          <a:xfrm>
            <a:off x="1531467" y="82617"/>
            <a:ext cx="7424010" cy="923330"/>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a:p>
            <a:endParaRPr lang="en-US" altLang="en-US" dirty="0">
              <a:latin typeface="Times New Roman" panose="02020603050405020304" pitchFamily="18" charset="0"/>
              <a:cs typeface="Times New Roman" panose="02020603050405020304" pitchFamily="18" charset="0"/>
            </a:endParaRPr>
          </a:p>
        </p:txBody>
      </p:sp>
      <p:sp>
        <p:nvSpPr>
          <p:cNvPr id="16" name="Footer Placeholder 11"/>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p:cNvSpPr txBox="1"/>
          <p:nvPr/>
        </p:nvSpPr>
        <p:spPr>
          <a:xfrm flipH="1">
            <a:off x="135890" y="1326515"/>
            <a:ext cx="11920220" cy="449580"/>
          </a:xfrm>
          <a:prstGeom prst="rect">
            <a:avLst/>
          </a:prstGeom>
          <a:noFill/>
        </p:spPr>
        <p:txBody>
          <a:bodyPr wrap="square" rtlCol="0">
            <a:noAutofit/>
          </a:bodyPr>
          <a:lstStyle/>
          <a:p>
            <a:r>
              <a:rPr lang="en-IN" sz="1400" dirty="0">
                <a:latin typeface="Times New Roman" panose="02020603050405020304" pitchFamily="18" charset="0"/>
                <a:cs typeface="Times New Roman" panose="02020603050405020304" pitchFamily="18" charset="0"/>
              </a:rPr>
              <a:t>| Proposed Method | </a:t>
            </a:r>
            <a:r>
              <a:rPr lang="en-IN" sz="1400" dirty="0">
                <a:solidFill>
                  <a:schemeClr val="bg1">
                    <a:lumMod val="75000"/>
                  </a:schemeClr>
                </a:solidFill>
                <a:latin typeface="Times New Roman" panose="02020603050405020304" pitchFamily="18" charset="0"/>
                <a:cs typeface="Times New Roman" panose="02020603050405020304" pitchFamily="18" charset="0"/>
              </a:rPr>
              <a:t>Data &amp; Setup | key Results | Strengths &amp; Limitations | Relevance to my research |</a:t>
            </a:r>
          </a:p>
        </p:txBody>
      </p:sp>
      <p:sp>
        <p:nvSpPr>
          <p:cNvPr id="6" name="Rectangle 5"/>
          <p:cNvSpPr/>
          <p:nvPr/>
        </p:nvSpPr>
        <p:spPr>
          <a:xfrm>
            <a:off x="2082799" y="862390"/>
            <a:ext cx="10020709" cy="521970"/>
          </a:xfrm>
          <a:prstGeom prst="rect">
            <a:avLst/>
          </a:prstGeom>
        </p:spPr>
        <p:txBody>
          <a:bodyPr wrap="square">
            <a:spAutoFit/>
          </a:bodyPr>
          <a:lstStyle/>
          <a:p>
            <a:r>
              <a:rPr lang="en-US" altLang="en-US" sz="1400" b="1" dirty="0"/>
              <a:t> Beyond Leave-One-Out: Private and Robust Contribution Evaluation in Federated Learning | Jaramillo Velez et al., 2026 | arXiv Preprint</a:t>
            </a:r>
          </a:p>
        </p:txBody>
      </p:sp>
      <p:sp>
        <p:nvSpPr>
          <p:cNvPr id="7" name="Text Box 6"/>
          <p:cNvSpPr txBox="1"/>
          <p:nvPr/>
        </p:nvSpPr>
        <p:spPr>
          <a:xfrm>
            <a:off x="391160" y="1835785"/>
            <a:ext cx="11437620" cy="3788410"/>
          </a:xfrm>
          <a:prstGeom prst="rect">
            <a:avLst/>
          </a:prstGeom>
          <a:noFill/>
        </p:spPr>
        <p:txBody>
          <a:bodyPr wrap="square" rtlCol="0" anchor="t">
            <a:noAutofit/>
          </a:bodyPr>
          <a:lstStyle/>
          <a:p>
            <a:pPr marL="285750" indent="-285750" algn="l">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Introduces two privacy-preserving contribution evaluation methods: Fair-Private (FP) and Everybody-Else (EE).</a:t>
            </a:r>
          </a:p>
          <a:p>
            <a:pPr marL="285750" indent="-285750" algn="l">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 FP combines Leave-One-Out (LOO) and Include-One-In (IOI) evaluations to provide fair client contribution scores.</a:t>
            </a:r>
          </a:p>
          <a:p>
            <a:pPr marL="285750" indent="-285750" algn="l">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 EE evaluates a client's contribution based on the performance impact observed by other clients, avoiding direct self-evaluation.</a:t>
            </a:r>
          </a:p>
          <a:p>
            <a:pPr marL="285750" indent="-285750" algn="l">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 Both methods are designed to work with Secure Aggregation, keeping individual client updates private.</a:t>
            </a:r>
          </a:p>
          <a:p>
            <a:pPr marL="285750" indent="-285750" algn="l">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 FP satisfies key fairness properties such as efficiency, symmetry, and null-player.</a:t>
            </a:r>
          </a:p>
          <a:p>
            <a:pPr marL="285750" indent="-285750" algn="l">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EE improves robustness against contribution-score manipulation.</a:t>
            </a:r>
          </a:p>
          <a:p>
            <a:pPr marL="285750" indent="-285750" algn="l">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The resulting contribution scores can be used for client ranking, reward allocation, and misbehavior detection.</a:t>
            </a:r>
          </a:p>
          <a:p>
            <a:pPr algn="l"/>
            <a:endParaRPr lang="en-IN" altLang="en-US" dirty="0">
              <a:latin typeface="Times New Roman" panose="02020603050405020304" pitchFamily="18" charset="0"/>
              <a:cs typeface="Times New Roman" panose="02020603050405020304" pitchFamily="18" charset="0"/>
            </a:endParaRPr>
          </a:p>
        </p:txBody>
      </p:sp>
      <p:sp>
        <p:nvSpPr>
          <p:cNvPr id="8" name="Text Box 7"/>
          <p:cNvSpPr txBox="1"/>
          <p:nvPr/>
        </p:nvSpPr>
        <p:spPr>
          <a:xfrm>
            <a:off x="10895965" y="891540"/>
            <a:ext cx="4064000" cy="368300"/>
          </a:xfrm>
          <a:prstGeom prst="rect">
            <a:avLst/>
          </a:prstGeom>
          <a:noFill/>
        </p:spPr>
        <p:txBody>
          <a:bodyPr wrap="square" rtlCol="0">
            <a:spAutoFit/>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23-09-2026</a:t>
            </a:fld>
            <a:endParaRPr lang="en-IN" dirty="0">
              <a:solidFill>
                <a:schemeClr val="tx1"/>
              </a:solidFill>
            </a:endParaRPr>
          </a:p>
        </p:txBody>
      </p:sp>
      <p:sp>
        <p:nvSpPr>
          <p:cNvPr id="13" name="Slide Number Placeholder 12"/>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19</a:t>
            </a:fld>
            <a:endParaRPr lang="en-IN" sz="1800" dirty="0">
              <a:solidFill>
                <a:schemeClr val="tx1"/>
              </a:solidFill>
            </a:endParaRPr>
          </a:p>
        </p:txBody>
      </p:sp>
      <p:sp>
        <p:nvSpPr>
          <p:cNvPr id="15" name="TextBox 14"/>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p:cNvSpPr txBox="1"/>
          <p:nvPr/>
        </p:nvSpPr>
        <p:spPr>
          <a:xfrm>
            <a:off x="1531467" y="82617"/>
            <a:ext cx="7424010" cy="923330"/>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a:p>
            <a:endParaRPr lang="en-IN" dirty="0">
              <a:latin typeface="Times New Roman" panose="02020603050405020304" pitchFamily="18" charset="0"/>
              <a:cs typeface="Times New Roman" panose="02020603050405020304" pitchFamily="18" charset="0"/>
            </a:endParaRPr>
          </a:p>
        </p:txBody>
      </p:sp>
      <p:sp>
        <p:nvSpPr>
          <p:cNvPr id="16" name="Footer Placeholder 11"/>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a:t>
            </a:r>
            <a:r>
              <a:rPr lang="en-IN" sz="1400" dirty="0">
                <a:latin typeface="Times New Roman" panose="02020603050405020304" pitchFamily="18" charset="0"/>
                <a:cs typeface="Times New Roman" panose="02020603050405020304" pitchFamily="18" charset="0"/>
              </a:rPr>
              <a:t>| Data &amp; Setup | </a:t>
            </a:r>
            <a:r>
              <a:rPr lang="en-IN" sz="1400" dirty="0">
                <a:solidFill>
                  <a:schemeClr val="bg1">
                    <a:lumMod val="75000"/>
                  </a:schemeClr>
                </a:solidFill>
                <a:latin typeface="Times New Roman" panose="02020603050405020304" pitchFamily="18" charset="0"/>
                <a:cs typeface="Times New Roman" panose="02020603050405020304" pitchFamily="18" charset="0"/>
              </a:rPr>
              <a:t>key Results | Strengths &amp; Limitations | Relevance to my research |</a:t>
            </a:r>
          </a:p>
        </p:txBody>
      </p:sp>
      <p:sp>
        <p:nvSpPr>
          <p:cNvPr id="6" name="Rectangle 5"/>
          <p:cNvSpPr/>
          <p:nvPr/>
        </p:nvSpPr>
        <p:spPr>
          <a:xfrm>
            <a:off x="2082799" y="862390"/>
            <a:ext cx="10020709" cy="737235"/>
          </a:xfrm>
          <a:prstGeom prst="rect">
            <a:avLst/>
          </a:prstGeom>
        </p:spPr>
        <p:txBody>
          <a:bodyPr wrap="square">
            <a:spAutoFit/>
          </a:bodyPr>
          <a:lstStyle/>
          <a:p>
            <a:r>
              <a:rPr lang="en-US" altLang="en-US" sz="1400" b="1" dirty="0">
                <a:sym typeface="+mn-ea"/>
              </a:rPr>
              <a:t> Beyond Leave-One-Out: Private and Robust Contribution Evaluation in Federated Learning | Jaramillo Velez et al., 2026 | arXiv Preprint</a:t>
            </a:r>
            <a:endParaRPr lang="en-US" altLang="en-US" sz="1400" b="1" dirty="0"/>
          </a:p>
          <a:p>
            <a:endParaRPr lang="en-IN" sz="1400" b="1" dirty="0"/>
          </a:p>
        </p:txBody>
      </p:sp>
      <p:sp>
        <p:nvSpPr>
          <p:cNvPr id="7" name="Text Box 6"/>
          <p:cNvSpPr txBox="1"/>
          <p:nvPr/>
        </p:nvSpPr>
        <p:spPr>
          <a:xfrm>
            <a:off x="624205" y="1683385"/>
            <a:ext cx="11016615" cy="4227830"/>
          </a:xfrm>
          <a:prstGeom prst="rect">
            <a:avLst/>
          </a:prstGeom>
          <a:noFill/>
        </p:spPr>
        <p:txBody>
          <a:bodyPr wrap="square" rtlCol="0" anchor="t">
            <a:noAutofit/>
          </a:bodyPr>
          <a:lstStyle/>
          <a:p>
            <a:pPr marL="285750" indent="-285750">
              <a:buFont typeface="Arial" panose="020B0604020202020204" pitchFamily="34" charset="0"/>
              <a:buChar char="•"/>
            </a:pPr>
            <a:endParaRPr lang="en-US" altLang="en-US" dirty="0"/>
          </a:p>
          <a:p>
            <a:pPr marL="285750" indent="-285750">
              <a:lnSpc>
                <a:spcPct val="13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Datasets: ISIC2019, Brain MRI, </a:t>
            </a:r>
            <a:r>
              <a:rPr lang="en-US" altLang="en-US" dirty="0" err="1">
                <a:latin typeface="Times New Roman" panose="02020603050405020304" pitchFamily="18" charset="0"/>
                <a:cs typeface="Times New Roman" panose="02020603050405020304" pitchFamily="18" charset="0"/>
              </a:rPr>
              <a:t>PCam</a:t>
            </a:r>
            <a:r>
              <a:rPr lang="en-US" altLang="en-US" dirty="0">
                <a:latin typeface="Times New Roman" panose="02020603050405020304" pitchFamily="18" charset="0"/>
                <a:cs typeface="Times New Roman" panose="02020603050405020304" pitchFamily="18" charset="0"/>
              </a:rPr>
              <a:t>, and CIFAR-10.</a:t>
            </a:r>
          </a:p>
          <a:p>
            <a:pPr marL="285750" indent="-285750">
              <a:lnSpc>
                <a:spcPct val="13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Cross-silo Federated Learning environment with multiple clients.</a:t>
            </a:r>
          </a:p>
          <a:p>
            <a:pPr marL="285750" indent="-285750">
              <a:lnSpc>
                <a:spcPct val="13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Non-IID data is used to represent different data distributions among clients.</a:t>
            </a:r>
          </a:p>
          <a:p>
            <a:pPr marL="285750" indent="-285750">
              <a:lnSpc>
                <a:spcPct val="13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Different numbers of clients and communication rounds are tested.</a:t>
            </a:r>
          </a:p>
          <a:p>
            <a:pPr marL="285750" indent="-285750">
              <a:lnSpc>
                <a:spcPct val="13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FP and EE are compared with LOO, COS, and Multi-Round Shapley Value.</a:t>
            </a:r>
          </a:p>
          <a:p>
            <a:pPr marL="285750" indent="-285750">
              <a:lnSpc>
                <a:spcPct val="13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Contribution ranking is evaluated using Spearman, Kendall, Pearson correlation, and L2 distance</a:t>
            </a:r>
            <a:r>
              <a:rPr lang="en-US" altLang="en-US" dirty="0"/>
              <a:t>.</a:t>
            </a:r>
          </a:p>
          <a:p>
            <a:pPr marL="285750" indent="-285750">
              <a:lnSpc>
                <a:spcPct val="13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Trust Techniques</a:t>
            </a:r>
            <a:r>
              <a:rPr lang="en-IN" dirty="0">
                <a:solidFill>
                  <a:srgbClr val="000000"/>
                </a:solidFill>
                <a:latin typeface="Times New Roman" panose="02020603050405020304" pitchFamily="18" charset="0"/>
                <a:cs typeface="Times New Roman" panose="02020603050405020304" pitchFamily="18" charset="0"/>
              </a:rPr>
              <a:t>: LOO, Include-One-In, Everybody-Else, secure aggregation.</a:t>
            </a:r>
            <a:endParaRPr lang="en-IN" sz="2400" dirty="0">
              <a:latin typeface="Arial" panose="020B0604020202020204" pitchFamily="34" charset="0"/>
            </a:endParaRPr>
          </a:p>
          <a:p>
            <a:pPr marL="285750" indent="-285750">
              <a:lnSpc>
                <a:spcPct val="13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Attacks: </a:t>
            </a:r>
            <a:r>
              <a:rPr lang="en-IN" dirty="0">
                <a:solidFill>
                  <a:srgbClr val="000000"/>
                </a:solidFill>
                <a:latin typeface="Times New Roman" panose="02020603050405020304" pitchFamily="18" charset="0"/>
                <a:cs typeface="Times New Roman" panose="02020603050405020304" pitchFamily="18" charset="0"/>
              </a:rPr>
              <a:t>Contribution manipulation.</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23-09-2026</a:t>
            </a:fld>
            <a:endParaRPr lang="en-IN" dirty="0">
              <a:solidFill>
                <a:schemeClr val="tx1"/>
              </a:solidFill>
            </a:endParaRPr>
          </a:p>
        </p:txBody>
      </p:sp>
      <p:sp>
        <p:nvSpPr>
          <p:cNvPr id="13" name="Slide Number Placeholder 12"/>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20</a:t>
            </a:fld>
            <a:endParaRPr lang="en-IN" sz="1800" dirty="0">
              <a:solidFill>
                <a:schemeClr val="tx1"/>
              </a:solidFill>
            </a:endParaRPr>
          </a:p>
        </p:txBody>
      </p:sp>
      <p:sp>
        <p:nvSpPr>
          <p:cNvPr id="15" name="TextBox 14"/>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p:cNvSpPr txBox="1"/>
          <p:nvPr/>
        </p:nvSpPr>
        <p:spPr>
          <a:xfrm>
            <a:off x="1531467" y="82617"/>
            <a:ext cx="7424010" cy="923330"/>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a:p>
            <a:endParaRPr lang="en-IN" dirty="0">
              <a:latin typeface="Times New Roman" panose="02020603050405020304" pitchFamily="18" charset="0"/>
              <a:cs typeface="Times New Roman" panose="02020603050405020304" pitchFamily="18" charset="0"/>
            </a:endParaRPr>
          </a:p>
        </p:txBody>
      </p:sp>
      <p:sp>
        <p:nvSpPr>
          <p:cNvPr id="16" name="Footer Placeholder 11"/>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a:t>
            </a:r>
            <a:r>
              <a:rPr lang="en-IN" sz="1400" dirty="0">
                <a:latin typeface="Times New Roman" panose="02020603050405020304" pitchFamily="18" charset="0"/>
                <a:cs typeface="Times New Roman" panose="02020603050405020304" pitchFamily="18" charset="0"/>
              </a:rPr>
              <a:t>| key Results | </a:t>
            </a:r>
            <a:r>
              <a:rPr lang="en-IN" sz="1400" dirty="0">
                <a:solidFill>
                  <a:schemeClr val="bg1">
                    <a:lumMod val="75000"/>
                  </a:schemeClr>
                </a:solidFill>
                <a:latin typeface="Times New Roman" panose="02020603050405020304" pitchFamily="18" charset="0"/>
                <a:cs typeface="Times New Roman" panose="02020603050405020304" pitchFamily="18" charset="0"/>
              </a:rPr>
              <a:t>Strengths &amp; Limitations | Relevance to my research |</a:t>
            </a:r>
          </a:p>
        </p:txBody>
      </p:sp>
      <p:sp>
        <p:nvSpPr>
          <p:cNvPr id="6" name="Rectangle 5"/>
          <p:cNvSpPr/>
          <p:nvPr/>
        </p:nvSpPr>
        <p:spPr>
          <a:xfrm>
            <a:off x="2082799" y="862390"/>
            <a:ext cx="10020709" cy="737235"/>
          </a:xfrm>
          <a:prstGeom prst="rect">
            <a:avLst/>
          </a:prstGeom>
        </p:spPr>
        <p:txBody>
          <a:bodyPr wrap="square">
            <a:spAutoFit/>
          </a:bodyPr>
          <a:lstStyle/>
          <a:p>
            <a:r>
              <a:rPr lang="en-US" altLang="en-US" sz="1400" b="1" dirty="0">
                <a:sym typeface="+mn-ea"/>
              </a:rPr>
              <a:t> </a:t>
            </a:r>
            <a:r>
              <a:rPr lang="en-US" altLang="en-US" sz="1400" b="1" dirty="0">
                <a:latin typeface="Times New Roman" panose="02020603050405020304" pitchFamily="18" charset="0"/>
                <a:cs typeface="Times New Roman" panose="02020603050405020304" pitchFamily="18" charset="0"/>
                <a:sym typeface="+mn-ea"/>
              </a:rPr>
              <a:t>Beyond Leave-One-Out: Private and Robust Contribution Evaluation in Federated Learning | Jaramillo Velez et al., 2026 | arXiv Preprint</a:t>
            </a:r>
            <a:endParaRPr lang="en-US" altLang="en-US" sz="1400" b="1" dirty="0">
              <a:latin typeface="Times New Roman" panose="02020603050405020304" pitchFamily="18" charset="0"/>
              <a:cs typeface="Times New Roman" panose="02020603050405020304" pitchFamily="18" charset="0"/>
            </a:endParaRPr>
          </a:p>
          <a:p>
            <a:endParaRPr lang="en-IN" sz="1400" b="1" dirty="0"/>
          </a:p>
        </p:txBody>
      </p:sp>
      <p:sp>
        <p:nvSpPr>
          <p:cNvPr id="7" name="Text Box 6"/>
          <p:cNvSpPr txBox="1"/>
          <p:nvPr/>
        </p:nvSpPr>
        <p:spPr>
          <a:xfrm>
            <a:off x="600995" y="1470058"/>
            <a:ext cx="8506460" cy="5568950"/>
          </a:xfrm>
          <a:prstGeom prst="rect">
            <a:avLst/>
          </a:prstGeom>
          <a:noFill/>
        </p:spPr>
        <p:txBody>
          <a:bodyPr wrap="square" rtlCol="0" anchor="t">
            <a:noAutofit/>
          </a:bodyPr>
          <a:lstStyle/>
          <a:p>
            <a:pPr>
              <a:lnSpc>
                <a:spcPct val="150000"/>
              </a:lnSpc>
            </a:pPr>
            <a:endParaRPr lang="en-US" alt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Everybody-Else achieved a Spearman’s rank correlation coefficient of 0.942 on the International Skin Imaging Collaboration dataset. Fair-Private achieved an L2 norm error of 0.112 on the International Skin Imaging Collaboration dataset.</a:t>
            </a:r>
            <a:endParaRPr lang="en-US" altLang="en-US"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FP(Fair-Private )and EE(Everybody-Else) achieved more accurate contribution rankings than LOO and COS.</a:t>
            </a:r>
          </a:p>
          <a:p>
            <a:pPr marL="285750" indent="-285750">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Contribution rankings showed strong agreement with the Multi-Round Shapley Value.</a:t>
            </a:r>
          </a:p>
          <a:p>
            <a:pPr marL="285750" indent="-285750">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Effective performance under Non-IID data with different client distributions.</a:t>
            </a:r>
          </a:p>
          <a:p>
            <a:pPr marL="285750" indent="-285750">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Contribution-based aggregation improved global model performance.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23-09-2026</a:t>
            </a:fld>
            <a:endParaRPr lang="en-IN" dirty="0">
              <a:solidFill>
                <a:schemeClr val="tx1"/>
              </a:solidFill>
            </a:endParaRPr>
          </a:p>
        </p:txBody>
      </p:sp>
      <p:sp>
        <p:nvSpPr>
          <p:cNvPr id="13" name="Slide Number Placeholder 12"/>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21</a:t>
            </a:fld>
            <a:endParaRPr lang="en-IN" sz="1800" dirty="0">
              <a:solidFill>
                <a:schemeClr val="tx1"/>
              </a:solidFill>
            </a:endParaRPr>
          </a:p>
        </p:txBody>
      </p:sp>
      <p:sp>
        <p:nvSpPr>
          <p:cNvPr id="15" name="TextBox 14"/>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p:cNvSpPr txBox="1"/>
          <p:nvPr/>
        </p:nvSpPr>
        <p:spPr>
          <a:xfrm>
            <a:off x="1531467" y="82617"/>
            <a:ext cx="7424010" cy="923330"/>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a:p>
            <a:endParaRPr lang="en-IN" dirty="0">
              <a:latin typeface="Times New Roman" panose="02020603050405020304" pitchFamily="18" charset="0"/>
              <a:cs typeface="Times New Roman" panose="02020603050405020304" pitchFamily="18" charset="0"/>
            </a:endParaRPr>
          </a:p>
        </p:txBody>
      </p:sp>
      <p:sp>
        <p:nvSpPr>
          <p:cNvPr id="16" name="Footer Placeholder 11"/>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a:t>
            </a:r>
            <a:r>
              <a:rPr lang="en-IN" sz="1400" dirty="0">
                <a:latin typeface="Times New Roman" panose="02020603050405020304" pitchFamily="18" charset="0"/>
                <a:cs typeface="Times New Roman" panose="02020603050405020304" pitchFamily="18" charset="0"/>
              </a:rPr>
              <a:t>| Strengths &amp; Limitations | </a:t>
            </a:r>
            <a:r>
              <a:rPr lang="en-IN" sz="1400" dirty="0">
                <a:solidFill>
                  <a:schemeClr val="bg1">
                    <a:lumMod val="75000"/>
                  </a:schemeClr>
                </a:solidFill>
                <a:latin typeface="Times New Roman" panose="02020603050405020304" pitchFamily="18" charset="0"/>
                <a:cs typeface="Times New Roman" panose="02020603050405020304" pitchFamily="18" charset="0"/>
              </a:rPr>
              <a:t>Relevance to my research |</a:t>
            </a:r>
          </a:p>
        </p:txBody>
      </p:sp>
      <p:sp>
        <p:nvSpPr>
          <p:cNvPr id="6" name="Rectangle 5"/>
          <p:cNvSpPr/>
          <p:nvPr/>
        </p:nvSpPr>
        <p:spPr>
          <a:xfrm>
            <a:off x="2082799" y="862390"/>
            <a:ext cx="10020709" cy="737235"/>
          </a:xfrm>
          <a:prstGeom prst="rect">
            <a:avLst/>
          </a:prstGeom>
        </p:spPr>
        <p:txBody>
          <a:bodyPr wrap="square">
            <a:spAutoFit/>
          </a:bodyPr>
          <a:lstStyle/>
          <a:p>
            <a:r>
              <a:rPr lang="en-US" altLang="en-US" sz="1400" b="1" dirty="0">
                <a:sym typeface="+mn-ea"/>
              </a:rPr>
              <a:t> Beyond Leave-One-Out: Private and Robust Contribution Evaluation in Federated Learning | Jaramillo Velez et al., 2026 | arXiv Preprint</a:t>
            </a:r>
            <a:endParaRPr lang="en-US" altLang="en-US" sz="1400" b="1" dirty="0"/>
          </a:p>
          <a:p>
            <a:endParaRPr lang="en-IN" sz="1400" b="1" dirty="0"/>
          </a:p>
        </p:txBody>
      </p:sp>
      <p:sp>
        <p:nvSpPr>
          <p:cNvPr id="7" name="Rounded Rectangle 6"/>
          <p:cNvSpPr/>
          <p:nvPr/>
        </p:nvSpPr>
        <p:spPr>
          <a:xfrm>
            <a:off x="264160" y="2194560"/>
            <a:ext cx="5699760" cy="3749040"/>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8" name="Rounded Rectangle 17"/>
          <p:cNvSpPr/>
          <p:nvPr/>
        </p:nvSpPr>
        <p:spPr>
          <a:xfrm>
            <a:off x="6146800" y="2194560"/>
            <a:ext cx="5699760" cy="3749040"/>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p:nvSpPr>
        <p:spPr>
          <a:xfrm>
            <a:off x="6259202"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393386"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393386" y="1799012"/>
            <a:ext cx="1075872"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Strengths</a:t>
            </a:r>
          </a:p>
        </p:txBody>
      </p:sp>
      <p:sp>
        <p:nvSpPr>
          <p:cNvPr id="20" name="TextBox 19"/>
          <p:cNvSpPr txBox="1"/>
          <p:nvPr/>
        </p:nvSpPr>
        <p:spPr>
          <a:xfrm>
            <a:off x="6259202" y="1779509"/>
            <a:ext cx="1249060"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Limitations</a:t>
            </a:r>
          </a:p>
        </p:txBody>
      </p:sp>
      <p:graphicFrame>
        <p:nvGraphicFramePr>
          <p:cNvPr id="12" name="Table 11">
            <a:extLst>
              <a:ext uri="{FF2B5EF4-FFF2-40B4-BE49-F238E27FC236}">
                <a16:creationId xmlns:a16="http://schemas.microsoft.com/office/drawing/2014/main" id="{351C4206-0D49-36D0-FADC-776F44E1D1A8}"/>
              </a:ext>
            </a:extLst>
          </p:cNvPr>
          <p:cNvGraphicFramePr>
            <a:graphicFrameLocks noGrp="1"/>
          </p:cNvGraphicFramePr>
          <p:nvPr>
            <p:extLst>
              <p:ext uri="{D42A27DB-BD31-4B8C-83A1-F6EECF244321}">
                <p14:modId xmlns:p14="http://schemas.microsoft.com/office/powerpoint/2010/main" val="107424716"/>
              </p:ext>
            </p:extLst>
          </p:nvPr>
        </p:nvGraphicFramePr>
        <p:xfrm>
          <a:off x="441338" y="2586000"/>
          <a:ext cx="11405222" cy="3842987"/>
        </p:xfrm>
        <a:graphic>
          <a:graphicData uri="http://schemas.openxmlformats.org/drawingml/2006/table">
            <a:tbl>
              <a:tblPr/>
              <a:tblGrid>
                <a:gridCol w="6380863">
                  <a:extLst>
                    <a:ext uri="{9D8B030D-6E8A-4147-A177-3AD203B41FA5}">
                      <a16:colId xmlns:a16="http://schemas.microsoft.com/office/drawing/2014/main" val="2641142002"/>
                    </a:ext>
                  </a:extLst>
                </a:gridCol>
                <a:gridCol w="5024359">
                  <a:extLst>
                    <a:ext uri="{9D8B030D-6E8A-4147-A177-3AD203B41FA5}">
                      <a16:colId xmlns:a16="http://schemas.microsoft.com/office/drawing/2014/main" val="2556654479"/>
                    </a:ext>
                  </a:extLst>
                </a:gridCol>
              </a:tblGrid>
              <a:tr h="261465">
                <a:tc>
                  <a:txBody>
                    <a:bodyPr/>
                    <a:lstStyle/>
                    <a:p>
                      <a:pPr marL="171450" indent="-171450">
                        <a:buFont typeface="Arial" panose="020B0604020202020204" pitchFamily="34" charset="0"/>
                        <a:buChar char="•"/>
                      </a:pPr>
                      <a:r>
                        <a:rPr sz="1600" dirty="0">
                          <a:latin typeface="Times New Roman" panose="02020603050405020304" pitchFamily="18" charset="0"/>
                          <a:cs typeface="Times New Roman" panose="02020603050405020304" pitchFamily="18" charset="0"/>
                        </a:rPr>
                        <a:t>Compatible with Secure Aggregation</a:t>
                      </a:r>
                    </a:p>
                  </a:txBody>
                  <a:tcPr marL="0" marR="0" marT="0" marB="0" anchor="ctr">
                    <a:lnL>
                      <a:noFill/>
                    </a:lnL>
                    <a:lnR>
                      <a:noFill/>
                    </a:lnR>
                    <a:lnT>
                      <a:noFill/>
                    </a:lnT>
                    <a:lnB>
                      <a:noFill/>
                    </a:lnB>
                    <a:noFill/>
                  </a:tcPr>
                </a:tc>
                <a:tc>
                  <a:txBody>
                    <a:bodyPr/>
                    <a:lstStyle/>
                    <a:p>
                      <a:pPr marL="171450" indent="-171450">
                        <a:lnSpc>
                          <a:spcPct val="150000"/>
                        </a:lnSpc>
                        <a:buFont typeface="Arial" panose="020B0604020202020204" pitchFamily="34" charset="0"/>
                        <a:buChar char="•"/>
                      </a:pPr>
                      <a:r>
                        <a:rPr sz="1600" dirty="0">
                          <a:latin typeface="Times New Roman" panose="02020603050405020304" pitchFamily="18" charset="0"/>
                          <a:cs typeface="Times New Roman" panose="02020603050405020304" pitchFamily="18" charset="0"/>
                        </a:rPr>
                        <a:t>EE can still be vulnerable to strategic misreporting</a:t>
                      </a:r>
                    </a:p>
                  </a:txBody>
                  <a:tcPr marL="0" marR="0" marT="0" marB="0" anchor="ctr">
                    <a:lnL>
                      <a:noFill/>
                    </a:lnL>
                    <a:lnR>
                      <a:noFill/>
                    </a:lnR>
                    <a:lnT>
                      <a:noFill/>
                    </a:lnT>
                    <a:lnB>
                      <a:noFill/>
                    </a:lnB>
                    <a:noFill/>
                  </a:tcPr>
                </a:tc>
                <a:extLst>
                  <a:ext uri="{0D108BD9-81ED-4DB2-BD59-A6C34878D82A}">
                    <a16:rowId xmlns:a16="http://schemas.microsoft.com/office/drawing/2014/main" val="3306586782"/>
                  </a:ext>
                </a:extLst>
              </a:tr>
              <a:tr h="558515">
                <a:tc>
                  <a:txBody>
                    <a:bodyPr/>
                    <a:lstStyle/>
                    <a:p>
                      <a:pPr marL="171450" indent="-171450">
                        <a:buFont typeface="Arial" panose="020B0604020202020204" pitchFamily="34" charset="0"/>
                        <a:buChar char="•"/>
                      </a:pPr>
                      <a:r>
                        <a:rPr sz="1600" dirty="0">
                          <a:latin typeface="Times New Roman" panose="02020603050405020304" pitchFamily="18" charset="0"/>
                          <a:cs typeface="Times New Roman" panose="02020603050405020304" pitchFamily="18" charset="0"/>
                        </a:rPr>
                        <a:t>FP satisfies important fairness properties</a:t>
                      </a:r>
                    </a:p>
                  </a:txBody>
                  <a:tcPr marL="0" marR="0" marT="0" marB="0" anchor="ctr">
                    <a:lnL>
                      <a:noFill/>
                    </a:lnL>
                    <a:lnR>
                      <a:noFill/>
                    </a:lnR>
                    <a:lnT>
                      <a:noFill/>
                    </a:lnT>
                    <a:lnB>
                      <a:noFill/>
                    </a:lnB>
                    <a:noFill/>
                  </a:tcPr>
                </a:tc>
                <a:tc>
                  <a:txBody>
                    <a:bodyPr/>
                    <a:lstStyle/>
                    <a:p>
                      <a:pPr marL="171450" indent="-171450">
                        <a:lnSpc>
                          <a:spcPct val="150000"/>
                        </a:lnSpc>
                        <a:buFont typeface="Arial" panose="020B0604020202020204" pitchFamily="34" charset="0"/>
                        <a:buChar char="•"/>
                      </a:pPr>
                      <a:r>
                        <a:rPr sz="1600" dirty="0">
                          <a:latin typeface="Times New Roman" panose="02020603050405020304" pitchFamily="18" charset="0"/>
                          <a:cs typeface="Times New Roman" panose="02020603050405020304" pitchFamily="18" charset="0"/>
                        </a:rPr>
                        <a:t>Exact Shapley computation remains computationally expensive</a:t>
                      </a:r>
                    </a:p>
                  </a:txBody>
                  <a:tcPr marL="0" marR="0" marT="0" marB="0" anchor="ctr">
                    <a:lnL>
                      <a:noFill/>
                    </a:lnL>
                    <a:lnR>
                      <a:noFill/>
                    </a:lnR>
                    <a:lnT>
                      <a:noFill/>
                    </a:lnT>
                    <a:lnB>
                      <a:noFill/>
                    </a:lnB>
                    <a:noFill/>
                  </a:tcPr>
                </a:tc>
                <a:extLst>
                  <a:ext uri="{0D108BD9-81ED-4DB2-BD59-A6C34878D82A}">
                    <a16:rowId xmlns:a16="http://schemas.microsoft.com/office/drawing/2014/main" val="1473134464"/>
                  </a:ext>
                </a:extLst>
              </a:tr>
              <a:tr h="558515">
                <a:tc>
                  <a:txBody>
                    <a:bodyPr/>
                    <a:lstStyle/>
                    <a:p>
                      <a:pPr marL="171450" indent="-171450">
                        <a:buFont typeface="Arial" panose="020B0604020202020204" pitchFamily="34" charset="0"/>
                        <a:buChar char="•"/>
                      </a:pPr>
                      <a:r>
                        <a:rPr sz="1600" dirty="0">
                          <a:latin typeface="Times New Roman" panose="02020603050405020304" pitchFamily="18" charset="0"/>
                          <a:cs typeface="Times New Roman" panose="02020603050405020304" pitchFamily="18" charset="0"/>
                        </a:rPr>
                        <a:t>EE avoids direct self-evaluation</a:t>
                      </a:r>
                    </a:p>
                  </a:txBody>
                  <a:tcPr marL="0" marR="0" marT="0" marB="0" anchor="ctr">
                    <a:lnL>
                      <a:noFill/>
                    </a:lnL>
                    <a:lnR>
                      <a:noFill/>
                    </a:lnR>
                    <a:lnT>
                      <a:noFill/>
                    </a:lnT>
                    <a:lnB>
                      <a:noFill/>
                    </a:lnB>
                    <a:noFill/>
                  </a:tcPr>
                </a:tc>
                <a:tc>
                  <a:txBody>
                    <a:bodyPr/>
                    <a:lstStyle/>
                    <a:p>
                      <a:pPr marL="171450" indent="-171450">
                        <a:lnSpc>
                          <a:spcPct val="150000"/>
                        </a:lnSpc>
                        <a:buFont typeface="Arial" panose="020B0604020202020204" pitchFamily="34" charset="0"/>
                        <a:buChar char="•"/>
                      </a:pPr>
                      <a:r>
                        <a:rPr sz="1600" dirty="0">
                          <a:latin typeface="Times New Roman" panose="02020603050405020304" pitchFamily="18" charset="0"/>
                          <a:cs typeface="Times New Roman" panose="02020603050405020304" pitchFamily="18" charset="0"/>
                        </a:rPr>
                        <a:t>Current work focuses on specific cross-silo/full-participation settings</a:t>
                      </a:r>
                    </a:p>
                  </a:txBody>
                  <a:tcPr marL="0" marR="0" marT="0" marB="0" anchor="ctr">
                    <a:lnL>
                      <a:noFill/>
                    </a:lnL>
                    <a:lnR>
                      <a:noFill/>
                    </a:lnR>
                    <a:lnT>
                      <a:noFill/>
                    </a:lnT>
                    <a:lnB>
                      <a:noFill/>
                    </a:lnB>
                    <a:noFill/>
                  </a:tcPr>
                </a:tc>
                <a:extLst>
                  <a:ext uri="{0D108BD9-81ED-4DB2-BD59-A6C34878D82A}">
                    <a16:rowId xmlns:a16="http://schemas.microsoft.com/office/drawing/2014/main" val="2037276882"/>
                  </a:ext>
                </a:extLst>
              </a:tr>
              <a:tr h="558515">
                <a:tc>
                  <a:txBody>
                    <a:bodyPr/>
                    <a:lstStyle/>
                    <a:p>
                      <a:pPr marL="171450" indent="-171450">
                        <a:buFont typeface="Arial" panose="020B0604020202020204" pitchFamily="34" charset="0"/>
                        <a:buChar char="•"/>
                      </a:pPr>
                      <a:r>
                        <a:rPr sz="1600" dirty="0">
                          <a:latin typeface="Times New Roman" panose="02020603050405020304" pitchFamily="18" charset="0"/>
                          <a:cs typeface="Times New Roman" panose="02020603050405020304" pitchFamily="18" charset="0"/>
                        </a:rPr>
                        <a:t>Performs well under Non-IID data</a:t>
                      </a:r>
                    </a:p>
                  </a:txBody>
                  <a:tcPr marL="0" marR="0" marT="0" marB="0" anchor="ctr">
                    <a:lnL>
                      <a:noFill/>
                    </a:lnL>
                    <a:lnR>
                      <a:noFill/>
                    </a:lnR>
                    <a:lnT>
                      <a:noFill/>
                    </a:lnT>
                    <a:lnB>
                      <a:noFill/>
                    </a:lnB>
                    <a:noFill/>
                  </a:tcPr>
                </a:tc>
                <a:tc>
                  <a:txBody>
                    <a:bodyPr/>
                    <a:lstStyle/>
                    <a:p>
                      <a:pPr marL="171450" indent="-171450">
                        <a:lnSpc>
                          <a:spcPct val="150000"/>
                        </a:lnSpc>
                        <a:buFont typeface="Arial" panose="020B0604020202020204" pitchFamily="34" charset="0"/>
                        <a:buChar char="•"/>
                      </a:pPr>
                      <a:r>
                        <a:rPr sz="1600" dirty="0">
                          <a:latin typeface="Times New Roman" panose="02020603050405020304" pitchFamily="18" charset="0"/>
                          <a:cs typeface="Times New Roman" panose="02020603050405020304" pitchFamily="18" charset="0"/>
                        </a:rPr>
                        <a:t>Client sampling and asynchronous training are not fully addressed</a:t>
                      </a:r>
                    </a:p>
                  </a:txBody>
                  <a:tcPr marL="0" marR="0" marT="0" marB="0" anchor="ctr">
                    <a:lnL>
                      <a:noFill/>
                    </a:lnL>
                    <a:lnR>
                      <a:noFill/>
                    </a:lnR>
                    <a:lnT>
                      <a:noFill/>
                    </a:lnT>
                    <a:lnB>
                      <a:noFill/>
                    </a:lnB>
                    <a:noFill/>
                  </a:tcPr>
                </a:tc>
                <a:extLst>
                  <a:ext uri="{0D108BD9-81ED-4DB2-BD59-A6C34878D82A}">
                    <a16:rowId xmlns:a16="http://schemas.microsoft.com/office/drawing/2014/main" val="642799081"/>
                  </a:ext>
                </a:extLst>
              </a:tr>
              <a:tr h="895714">
                <a:tc>
                  <a:txBody>
                    <a:bodyPr/>
                    <a:lstStyle/>
                    <a:p>
                      <a:pPr marL="171450" indent="-171450">
                        <a:buFont typeface="Arial" panose="020B0604020202020204" pitchFamily="34" charset="0"/>
                        <a:buChar char="•"/>
                      </a:pPr>
                      <a:r>
                        <a:rPr sz="1600" dirty="0">
                          <a:latin typeface="Times New Roman" panose="02020603050405020304" pitchFamily="18" charset="0"/>
                          <a:cs typeface="Times New Roman" panose="02020603050405020304" pitchFamily="18" charset="0"/>
                        </a:rPr>
                        <a:t>Better contribution ranking than LOO and COS</a:t>
                      </a:r>
                    </a:p>
                  </a:txBody>
                  <a:tcPr marL="0" marR="0" marT="0" marB="0" anchor="ctr">
                    <a:lnL>
                      <a:noFill/>
                    </a:lnL>
                    <a:lnR>
                      <a:noFill/>
                    </a:lnR>
                    <a:lnT>
                      <a:noFill/>
                    </a:lnT>
                    <a:lnB>
                      <a:noFill/>
                    </a:lnB>
                    <a:noFill/>
                  </a:tcPr>
                </a:tc>
                <a:tc>
                  <a:txBody>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600" dirty="0">
                          <a:latin typeface="Times New Roman" panose="02020603050405020304" pitchFamily="18" charset="0"/>
                          <a:cs typeface="Times New Roman" panose="02020603050405020304" pitchFamily="18" charset="0"/>
                        </a:rPr>
                        <a:t>More investigation is needed for additional adversarial strategies</a:t>
                      </a:r>
                    </a:p>
                    <a:p>
                      <a:pPr marL="0" indent="0">
                        <a:lnSpc>
                          <a:spcPct val="150000"/>
                        </a:lnSpc>
                        <a:buFont typeface="Arial" panose="020B0604020202020204" pitchFamily="34" charset="0"/>
                        <a:buNone/>
                      </a:pPr>
                      <a:endParaRPr lang="en-US" sz="1600" dirty="0">
                        <a:latin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noFill/>
                  </a:tcPr>
                </a:tc>
                <a:extLst>
                  <a:ext uri="{0D108BD9-81ED-4DB2-BD59-A6C34878D82A}">
                    <a16:rowId xmlns:a16="http://schemas.microsoft.com/office/drawing/2014/main" val="3924585885"/>
                  </a:ext>
                </a:extLst>
              </a:tr>
              <a:tr h="404462">
                <a:tc>
                  <a:txBody>
                    <a:bodyPr/>
                    <a:lstStyle/>
                    <a:p>
                      <a:pPr marL="171450" indent="-171450">
                        <a:buFont typeface="Arial" panose="020B0604020202020204" pitchFamily="34" charset="0"/>
                        <a:buChar char="•"/>
                      </a:pPr>
                      <a:endParaRPr sz="1600" dirty="0">
                        <a:latin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noFill/>
                  </a:tcPr>
                </a:tc>
                <a:tc>
                  <a:txBody>
                    <a:bodyPr/>
                    <a:lstStyle/>
                    <a:p>
                      <a:pPr marL="171450" indent="-171450">
                        <a:lnSpc>
                          <a:spcPct val="110000"/>
                        </a:lnSpc>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noFill/>
                  </a:tcPr>
                </a:tc>
                <a:extLst>
                  <a:ext uri="{0D108BD9-81ED-4DB2-BD59-A6C34878D82A}">
                    <a16:rowId xmlns:a16="http://schemas.microsoft.com/office/drawing/2014/main" val="3719483982"/>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23-09-2026</a:t>
            </a:fld>
            <a:endParaRPr lang="en-IN" dirty="0">
              <a:solidFill>
                <a:schemeClr val="tx1"/>
              </a:solidFill>
            </a:endParaRPr>
          </a:p>
        </p:txBody>
      </p:sp>
      <p:sp>
        <p:nvSpPr>
          <p:cNvPr id="13" name="Slide Number Placeholder 12"/>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22</a:t>
            </a:fld>
            <a:endParaRPr lang="en-IN" sz="1800" dirty="0">
              <a:solidFill>
                <a:schemeClr val="tx1"/>
              </a:solidFill>
            </a:endParaRPr>
          </a:p>
        </p:txBody>
      </p:sp>
      <p:sp>
        <p:nvSpPr>
          <p:cNvPr id="15" name="TextBox 14"/>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p:cNvSpPr txBox="1"/>
          <p:nvPr/>
        </p:nvSpPr>
        <p:spPr>
          <a:xfrm>
            <a:off x="1531467" y="82617"/>
            <a:ext cx="7424010" cy="923330"/>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a:p>
            <a:endParaRPr lang="en-IN" dirty="0">
              <a:latin typeface="Times New Roman" panose="02020603050405020304" pitchFamily="18" charset="0"/>
              <a:cs typeface="Times New Roman" panose="02020603050405020304" pitchFamily="18" charset="0"/>
            </a:endParaRPr>
          </a:p>
        </p:txBody>
      </p:sp>
      <p:sp>
        <p:nvSpPr>
          <p:cNvPr id="16" name="Footer Placeholder 11"/>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 Strengths &amp; Limitations </a:t>
            </a:r>
            <a:r>
              <a:rPr lang="en-IN" sz="1400" dirty="0">
                <a:latin typeface="Times New Roman" panose="02020603050405020304" pitchFamily="18" charset="0"/>
                <a:cs typeface="Times New Roman" panose="02020603050405020304" pitchFamily="18" charset="0"/>
              </a:rPr>
              <a:t>| Relevance to my research |</a:t>
            </a:r>
          </a:p>
        </p:txBody>
      </p:sp>
      <p:sp>
        <p:nvSpPr>
          <p:cNvPr id="6" name="Rectangle 5"/>
          <p:cNvSpPr/>
          <p:nvPr/>
        </p:nvSpPr>
        <p:spPr>
          <a:xfrm>
            <a:off x="2082799" y="862390"/>
            <a:ext cx="10020709" cy="737235"/>
          </a:xfrm>
          <a:prstGeom prst="rect">
            <a:avLst/>
          </a:prstGeom>
        </p:spPr>
        <p:txBody>
          <a:bodyPr wrap="square">
            <a:spAutoFit/>
          </a:bodyPr>
          <a:lstStyle/>
          <a:p>
            <a:r>
              <a:rPr lang="en-US" altLang="en-US" sz="1400" b="1" dirty="0">
                <a:sym typeface="+mn-ea"/>
              </a:rPr>
              <a:t> Beyond Leave-One-Out: Private and Robust Contribution Evaluation in Federated Learning | Jaramillo Velez et al., 2026 | arXiv Preprint</a:t>
            </a:r>
            <a:endParaRPr lang="en-US" altLang="en-US" sz="1400" b="1" dirty="0"/>
          </a:p>
          <a:p>
            <a:endParaRPr lang="en-IN" sz="1400" b="1" dirty="0"/>
          </a:p>
        </p:txBody>
      </p:sp>
      <p:sp>
        <p:nvSpPr>
          <p:cNvPr id="7" name="Text Box 6"/>
          <p:cNvSpPr txBox="1"/>
          <p:nvPr/>
        </p:nvSpPr>
        <p:spPr>
          <a:xfrm>
            <a:off x="425450" y="1649730"/>
            <a:ext cx="11678285" cy="2723823"/>
          </a:xfrm>
          <a:prstGeom prst="rect">
            <a:avLst/>
          </a:prstGeom>
          <a:noFill/>
        </p:spPr>
        <p:txBody>
          <a:bodyPr wrap="square" rtlCol="0" anchor="t">
            <a:spAutoFit/>
          </a:bodyPr>
          <a:lstStyle/>
          <a:p>
            <a:endParaRPr lang="en-US" altLang="en-US" dirty="0"/>
          </a:p>
          <a:p>
            <a:pPr marL="285750" indent="-285750">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Provides a privacy-preserving contribution evaluation approach relevant to client trust assessment.</a:t>
            </a:r>
          </a:p>
          <a:p>
            <a:pPr marL="285750" indent="-285750">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Shows that client contribution can be used to identify useful and low-quality participants.</a:t>
            </a:r>
          </a:p>
          <a:p>
            <a:pPr marL="285750" indent="-285750">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Addresses Non-IID data, which is important for our project.</a:t>
            </a:r>
          </a:p>
          <a:p>
            <a:pPr marL="285750" indent="-285750">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Supports contribution-based evaluation to reduce the influence of misbehaving clients.</a:t>
            </a:r>
          </a:p>
          <a:p>
            <a:pPr marL="285750" indent="-285750">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Our project extends this direction by using Leave-One-Out contribution with trust-based poisoning attack detection</a:t>
            </a:r>
            <a:r>
              <a:rPr lang="en-US" altLang="en-US" dirty="0"/>
              <a:t>.</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23-09-2026</a:t>
            </a:fld>
            <a:endParaRPr lang="en-IN" dirty="0">
              <a:solidFill>
                <a:schemeClr val="tx1"/>
              </a:solidFill>
            </a:endParaRPr>
          </a:p>
        </p:txBody>
      </p:sp>
      <p:sp>
        <p:nvSpPr>
          <p:cNvPr id="13" name="Slide Number Placeholder 12"/>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23</a:t>
            </a:fld>
            <a:endParaRPr lang="en-IN" sz="1800" dirty="0">
              <a:solidFill>
                <a:schemeClr val="tx1"/>
              </a:solidFill>
            </a:endParaRPr>
          </a:p>
        </p:txBody>
      </p:sp>
      <p:sp>
        <p:nvSpPr>
          <p:cNvPr id="15" name="TextBox 14"/>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p:cNvSpPr txBox="1"/>
          <p:nvPr/>
        </p:nvSpPr>
        <p:spPr>
          <a:xfrm flipH="1">
            <a:off x="135928" y="1326501"/>
            <a:ext cx="11920141"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 Proposed Method | </a:t>
            </a:r>
            <a:r>
              <a:rPr lang="en-IN" sz="1400" dirty="0">
                <a:solidFill>
                  <a:schemeClr val="bg1">
                    <a:lumMod val="75000"/>
                  </a:schemeClr>
                </a:solidFill>
                <a:latin typeface="Times New Roman" panose="02020603050405020304" pitchFamily="18" charset="0"/>
                <a:cs typeface="Times New Roman" panose="02020603050405020304" pitchFamily="18" charset="0"/>
              </a:rPr>
              <a:t>Data &amp; Setup | key Results | Strengths &amp; Limitations | Relevance to my research |</a:t>
            </a:r>
          </a:p>
        </p:txBody>
      </p:sp>
      <p:sp>
        <p:nvSpPr>
          <p:cNvPr id="6" name="Rectangle 5"/>
          <p:cNvSpPr/>
          <p:nvPr/>
        </p:nvSpPr>
        <p:spPr>
          <a:xfrm>
            <a:off x="2082799" y="862390"/>
            <a:ext cx="10020709" cy="438582"/>
          </a:xfrm>
          <a:prstGeom prst="rect">
            <a:avLst/>
          </a:prstGeom>
        </p:spPr>
        <p:txBody>
          <a:bodyPr wrap="square">
            <a:spAutoFit/>
          </a:bodyPr>
          <a:lstStyle/>
          <a:p>
            <a:r>
              <a:rPr lang="en-US" sz="1100" b="1" dirty="0">
                <a:latin typeface="Times New Roman" panose="02020603050405020304" pitchFamily="18" charset="0"/>
                <a:cs typeface="Times New Roman" panose="02020603050405020304" pitchFamily="18" charset="0"/>
              </a:rPr>
              <a:t>Byzantine robust federated learning for heterogeneous brain MRI using </a:t>
            </a:r>
            <a:r>
              <a:rPr lang="en-US" sz="1100" b="1" dirty="0" err="1">
                <a:latin typeface="Times New Roman" panose="02020603050405020304" pitchFamily="18" charset="0"/>
                <a:cs typeface="Times New Roman" panose="02020603050405020304" pitchFamily="18" charset="0"/>
              </a:rPr>
              <a:t>multisignal</a:t>
            </a:r>
            <a:r>
              <a:rPr lang="en-US" sz="1100" b="1" dirty="0">
                <a:latin typeface="Times New Roman" panose="02020603050405020304" pitchFamily="18" charset="0"/>
                <a:cs typeface="Times New Roman" panose="02020603050405020304" pitchFamily="18" charset="0"/>
              </a:rPr>
              <a:t> gradient fingerprinting and adaptive trust aggregation </a:t>
            </a:r>
            <a:endParaRPr lang="en-US" sz="1100" dirty="0">
              <a:latin typeface="Times New Roman" panose="02020603050405020304" pitchFamily="18" charset="0"/>
              <a:cs typeface="Times New Roman" panose="02020603050405020304" pitchFamily="18" charset="0"/>
            </a:endParaRPr>
          </a:p>
          <a:p>
            <a:r>
              <a:rPr lang="en-IN" sz="1100" b="1" dirty="0">
                <a:latin typeface="Times New Roman" panose="02020603050405020304" pitchFamily="18" charset="0"/>
                <a:cs typeface="Times New Roman" panose="02020603050405020304" pitchFamily="18" charset="0"/>
              </a:rPr>
              <a:t>Mohammad Karami1, Hamed Kebriaei1</a:t>
            </a:r>
            <a:r>
              <a:rPr lang="en-IN" sz="1100" dirty="0">
                <a:latin typeface="Times New Roman" panose="02020603050405020304" pitchFamily="18" charset="0"/>
                <a:cs typeface="Times New Roman" panose="02020603050405020304" pitchFamily="18" charset="0"/>
              </a:rPr>
              <a:t></a:t>
            </a:r>
            <a:r>
              <a:rPr lang="en-IN" sz="1100" b="1" dirty="0">
                <a:latin typeface="Times New Roman" panose="02020603050405020304" pitchFamily="18" charset="0"/>
                <a:cs typeface="Times New Roman" panose="02020603050405020304" pitchFamily="18" charset="0"/>
              </a:rPr>
              <a:t>, Fatemeh Ghassemi1 &amp; Hamid Azadegan2 </a:t>
            </a:r>
            <a:r>
              <a:rPr lang="en-US" sz="1100" i="1" dirty="0">
                <a:latin typeface="Times New Roman" panose="02020603050405020304" pitchFamily="18" charset="0"/>
                <a:cs typeface="Times New Roman" panose="02020603050405020304" pitchFamily="18" charset="0"/>
              </a:rPr>
              <a:t>| </a:t>
            </a:r>
            <a:r>
              <a:rPr lang="en-IN" sz="1100" dirty="0">
                <a:latin typeface="Times New Roman" panose="02020603050405020304" pitchFamily="18" charset="0"/>
                <a:cs typeface="Times New Roman" panose="02020603050405020304" pitchFamily="18" charset="0"/>
              </a:rPr>
              <a:t>www.nature.com/scientificreports</a:t>
            </a:r>
          </a:p>
        </p:txBody>
      </p:sp>
      <p:sp>
        <p:nvSpPr>
          <p:cNvPr id="7" name="TextBox 6"/>
          <p:cNvSpPr txBox="1"/>
          <p:nvPr/>
        </p:nvSpPr>
        <p:spPr>
          <a:xfrm>
            <a:off x="498987" y="1771693"/>
            <a:ext cx="10658276" cy="3782061"/>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Multi-signal fingerprint is a combined profile of a client’s model update based on multiple signals such as similarity, magnitude, consistency, and contribution.</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It characterizes client updates using cosine similarity, peer similarity, gradient norm, sign consistency, and contribution.</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Client contribution assessment evaluates the functional impact of each update on the global model.</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 trust-aware aggregation mechanism combines these signals to assign adaptive trust weights.</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Trust weights reduce the influence of malicious or unreliable updates during aggregation.</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framework improves Byzantine robustness under Non-IID data while maintaining model performance.</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Experiments demonstrate improved robustness against multiple poisoning attacks.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23-09-2026</a:t>
            </a:fld>
            <a:endParaRPr lang="en-IN" dirty="0">
              <a:solidFill>
                <a:schemeClr val="tx1"/>
              </a:solidFill>
            </a:endParaRPr>
          </a:p>
        </p:txBody>
      </p:sp>
      <p:sp>
        <p:nvSpPr>
          <p:cNvPr id="13" name="Slide Number Placeholder 12"/>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24</a:t>
            </a:fld>
            <a:endParaRPr lang="en-IN" sz="1800" dirty="0">
              <a:solidFill>
                <a:schemeClr val="tx1"/>
              </a:solidFill>
            </a:endParaRPr>
          </a:p>
        </p:txBody>
      </p:sp>
      <p:sp>
        <p:nvSpPr>
          <p:cNvPr id="15" name="TextBox 14"/>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a:t>
            </a:r>
            <a:r>
              <a:rPr lang="en-IN" sz="1400" dirty="0">
                <a:latin typeface="Times New Roman" panose="02020603050405020304" pitchFamily="18" charset="0"/>
                <a:cs typeface="Times New Roman" panose="02020603050405020304" pitchFamily="18" charset="0"/>
              </a:rPr>
              <a:t>| Data &amp; Setup | </a:t>
            </a:r>
            <a:r>
              <a:rPr lang="en-IN" sz="1400" dirty="0">
                <a:solidFill>
                  <a:schemeClr val="bg1">
                    <a:lumMod val="75000"/>
                  </a:schemeClr>
                </a:solidFill>
                <a:latin typeface="Times New Roman" panose="02020603050405020304" pitchFamily="18" charset="0"/>
                <a:cs typeface="Times New Roman" panose="02020603050405020304" pitchFamily="18" charset="0"/>
              </a:rPr>
              <a:t>key Results | Strengths &amp; Limitations | Relevance to my research |</a:t>
            </a:r>
          </a:p>
        </p:txBody>
      </p:sp>
      <p:sp>
        <p:nvSpPr>
          <p:cNvPr id="6" name="Rectangle 5"/>
          <p:cNvSpPr/>
          <p:nvPr/>
        </p:nvSpPr>
        <p:spPr>
          <a:xfrm>
            <a:off x="2082799" y="862390"/>
            <a:ext cx="10020709" cy="430887"/>
          </a:xfrm>
          <a:prstGeom prst="rect">
            <a:avLst/>
          </a:prstGeom>
        </p:spPr>
        <p:txBody>
          <a:bodyPr wrap="square">
            <a:spAutoFit/>
          </a:bodyPr>
          <a:lstStyle/>
          <a:p>
            <a:r>
              <a:rPr lang="en-US" sz="1100" b="1" dirty="0">
                <a:latin typeface="Times New Roman" panose="02020603050405020304" pitchFamily="18" charset="0"/>
                <a:cs typeface="Times New Roman" panose="02020603050405020304" pitchFamily="18" charset="0"/>
              </a:rPr>
              <a:t>Byzantine robust federated learning for heterogeneous brain MRI using </a:t>
            </a:r>
            <a:r>
              <a:rPr lang="en-US" sz="1100" b="1" dirty="0" err="1">
                <a:latin typeface="Times New Roman" panose="02020603050405020304" pitchFamily="18" charset="0"/>
                <a:cs typeface="Times New Roman" panose="02020603050405020304" pitchFamily="18" charset="0"/>
              </a:rPr>
              <a:t>multisignal</a:t>
            </a:r>
            <a:r>
              <a:rPr lang="en-US" sz="1100" b="1" dirty="0">
                <a:latin typeface="Times New Roman" panose="02020603050405020304" pitchFamily="18" charset="0"/>
                <a:cs typeface="Times New Roman" panose="02020603050405020304" pitchFamily="18" charset="0"/>
              </a:rPr>
              <a:t> gradient fingerprinting and adaptive trust aggregation </a:t>
            </a:r>
            <a:endParaRPr lang="en-US" sz="1100" dirty="0">
              <a:latin typeface="Times New Roman" panose="02020603050405020304" pitchFamily="18" charset="0"/>
              <a:cs typeface="Times New Roman" panose="02020603050405020304" pitchFamily="18" charset="0"/>
            </a:endParaRPr>
          </a:p>
          <a:p>
            <a:r>
              <a:rPr lang="en-IN" sz="1100" b="1" dirty="0">
                <a:latin typeface="Times New Roman" panose="02020603050405020304" pitchFamily="18" charset="0"/>
                <a:cs typeface="Times New Roman" panose="02020603050405020304" pitchFamily="18" charset="0"/>
              </a:rPr>
              <a:t>Mohammad Karami1, Hamed Kebriaei1</a:t>
            </a:r>
            <a:r>
              <a:rPr lang="en-IN" sz="1100" dirty="0">
                <a:latin typeface="Times New Roman" panose="02020603050405020304" pitchFamily="18" charset="0"/>
                <a:cs typeface="Times New Roman" panose="02020603050405020304" pitchFamily="18" charset="0"/>
              </a:rPr>
              <a:t></a:t>
            </a:r>
            <a:r>
              <a:rPr lang="en-IN" sz="1100" b="1" dirty="0">
                <a:latin typeface="Times New Roman" panose="02020603050405020304" pitchFamily="18" charset="0"/>
                <a:cs typeface="Times New Roman" panose="02020603050405020304" pitchFamily="18" charset="0"/>
              </a:rPr>
              <a:t>, Fatemeh Ghassemi1 &amp; Hamid Azadegan2 </a:t>
            </a:r>
            <a:r>
              <a:rPr lang="en-US" sz="1100" i="1" dirty="0">
                <a:latin typeface="Times New Roman" panose="02020603050405020304" pitchFamily="18" charset="0"/>
                <a:cs typeface="Times New Roman" panose="02020603050405020304" pitchFamily="18" charset="0"/>
              </a:rPr>
              <a:t>| </a:t>
            </a:r>
            <a:r>
              <a:rPr lang="en-IN" sz="1100" dirty="0">
                <a:latin typeface="Times New Roman" panose="02020603050405020304" pitchFamily="18" charset="0"/>
                <a:cs typeface="Times New Roman" panose="02020603050405020304" pitchFamily="18" charset="0"/>
              </a:rPr>
              <a:t>www.nature.com/scientificreports</a:t>
            </a:r>
          </a:p>
        </p:txBody>
      </p:sp>
      <p:sp>
        <p:nvSpPr>
          <p:cNvPr id="7" name="TextBox 6"/>
          <p:cNvSpPr txBox="1"/>
          <p:nvPr/>
        </p:nvSpPr>
        <p:spPr>
          <a:xfrm>
            <a:off x="498987" y="1864727"/>
            <a:ext cx="10119250" cy="3366563"/>
          </a:xfrm>
          <a:prstGeom prst="rect">
            <a:avLst/>
          </a:prstGeom>
          <a:noFill/>
        </p:spPr>
        <p:txBody>
          <a:bodyPr wrap="square" rtlCol="0">
            <a:spAutoFit/>
          </a:bodyPr>
          <a:lstStyle/>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Datasets: MNIST, CIFAR-10, Alzheimer’s MRI, and OASIS MRI.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Models: 3-layer CNN for MNIST; ResNet-18 for CIFAR-10 and MRI datasets.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Non-IID setting: Dirichlet-based heterogeneous data distribution.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Nodes: 10 Nodes for each dataset.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Attacks: Scaling, partial scaling, sign-flipping, Gaussian noise, and label-flipping attacks.</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Trust mechanisms used: Cosine similarity, peer similarity, gradient norm, sign consistency, and client contribution assessment.</a:t>
            </a:r>
          </a:p>
          <a:p>
            <a:pPr marL="285750" indent="-285750" algn="just">
              <a:lnSpc>
                <a:spcPct val="150000"/>
              </a:lnSpc>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23-09-2026</a:t>
            </a:fld>
            <a:endParaRPr lang="en-IN" dirty="0">
              <a:solidFill>
                <a:schemeClr val="tx1"/>
              </a:solidFill>
            </a:endParaRPr>
          </a:p>
        </p:txBody>
      </p:sp>
      <p:sp>
        <p:nvSpPr>
          <p:cNvPr id="13" name="Slide Number Placeholder 12"/>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25</a:t>
            </a:fld>
            <a:endParaRPr lang="en-IN" sz="1800" dirty="0">
              <a:solidFill>
                <a:schemeClr val="tx1"/>
              </a:solidFill>
            </a:endParaRPr>
          </a:p>
        </p:txBody>
      </p:sp>
      <p:sp>
        <p:nvSpPr>
          <p:cNvPr id="15" name="TextBox 14"/>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a:t>
            </a:r>
            <a:r>
              <a:rPr lang="en-IN" sz="1400" dirty="0">
                <a:latin typeface="Times New Roman" panose="02020603050405020304" pitchFamily="18" charset="0"/>
                <a:cs typeface="Times New Roman" panose="02020603050405020304" pitchFamily="18" charset="0"/>
              </a:rPr>
              <a:t>| Key Results | </a:t>
            </a:r>
            <a:r>
              <a:rPr lang="en-IN" sz="1400" dirty="0">
                <a:solidFill>
                  <a:schemeClr val="bg1">
                    <a:lumMod val="75000"/>
                  </a:schemeClr>
                </a:solidFill>
                <a:latin typeface="Times New Roman" panose="02020603050405020304" pitchFamily="18" charset="0"/>
                <a:cs typeface="Times New Roman" panose="02020603050405020304" pitchFamily="18" charset="0"/>
              </a:rPr>
              <a:t>Strengths &amp; Limitations | Relevance to my research |</a:t>
            </a:r>
          </a:p>
        </p:txBody>
      </p:sp>
      <p:sp>
        <p:nvSpPr>
          <p:cNvPr id="6" name="Rectangle 5"/>
          <p:cNvSpPr/>
          <p:nvPr/>
        </p:nvSpPr>
        <p:spPr>
          <a:xfrm>
            <a:off x="2082799" y="862390"/>
            <a:ext cx="10020709" cy="430887"/>
          </a:xfrm>
          <a:prstGeom prst="rect">
            <a:avLst/>
          </a:prstGeom>
        </p:spPr>
        <p:txBody>
          <a:bodyPr wrap="square">
            <a:spAutoFit/>
          </a:bodyPr>
          <a:lstStyle/>
          <a:p>
            <a:r>
              <a:rPr lang="en-US" sz="1100" b="1" dirty="0">
                <a:latin typeface="Times New Roman" panose="02020603050405020304" pitchFamily="18" charset="0"/>
                <a:cs typeface="Times New Roman" panose="02020603050405020304" pitchFamily="18" charset="0"/>
              </a:rPr>
              <a:t>Byzantine robust federated learning for heterogeneous brain MRI using </a:t>
            </a:r>
            <a:r>
              <a:rPr lang="en-US" sz="1100" b="1" dirty="0" err="1">
                <a:latin typeface="Times New Roman" panose="02020603050405020304" pitchFamily="18" charset="0"/>
                <a:cs typeface="Times New Roman" panose="02020603050405020304" pitchFamily="18" charset="0"/>
              </a:rPr>
              <a:t>multisignal</a:t>
            </a:r>
            <a:r>
              <a:rPr lang="en-US" sz="1100" b="1" dirty="0">
                <a:latin typeface="Times New Roman" panose="02020603050405020304" pitchFamily="18" charset="0"/>
                <a:cs typeface="Times New Roman" panose="02020603050405020304" pitchFamily="18" charset="0"/>
              </a:rPr>
              <a:t> gradient fingerprinting and adaptive trust aggregation </a:t>
            </a:r>
            <a:endParaRPr lang="en-US" sz="1100" dirty="0">
              <a:latin typeface="Times New Roman" panose="02020603050405020304" pitchFamily="18" charset="0"/>
              <a:cs typeface="Times New Roman" panose="02020603050405020304" pitchFamily="18" charset="0"/>
            </a:endParaRPr>
          </a:p>
          <a:p>
            <a:r>
              <a:rPr lang="en-IN" sz="1100" b="1" dirty="0">
                <a:latin typeface="Times New Roman" panose="02020603050405020304" pitchFamily="18" charset="0"/>
                <a:cs typeface="Times New Roman" panose="02020603050405020304" pitchFamily="18" charset="0"/>
              </a:rPr>
              <a:t>Mohammad Karami1, Hamed Kebriaei1</a:t>
            </a:r>
            <a:r>
              <a:rPr lang="en-IN" sz="1100" dirty="0">
                <a:latin typeface="Times New Roman" panose="02020603050405020304" pitchFamily="18" charset="0"/>
                <a:cs typeface="Times New Roman" panose="02020603050405020304" pitchFamily="18" charset="0"/>
              </a:rPr>
              <a:t></a:t>
            </a:r>
            <a:r>
              <a:rPr lang="en-IN" sz="1100" b="1" dirty="0">
                <a:latin typeface="Times New Roman" panose="02020603050405020304" pitchFamily="18" charset="0"/>
                <a:cs typeface="Times New Roman" panose="02020603050405020304" pitchFamily="18" charset="0"/>
              </a:rPr>
              <a:t>, Fatemeh Ghassemi1 &amp; Hamid Azadegan2 </a:t>
            </a:r>
            <a:r>
              <a:rPr lang="en-US" sz="1100" i="1" dirty="0">
                <a:latin typeface="Times New Roman" panose="02020603050405020304" pitchFamily="18" charset="0"/>
                <a:cs typeface="Times New Roman" panose="02020603050405020304" pitchFamily="18" charset="0"/>
              </a:rPr>
              <a:t>| </a:t>
            </a:r>
            <a:r>
              <a:rPr lang="en-IN" sz="1100" dirty="0">
                <a:latin typeface="Times New Roman" panose="02020603050405020304" pitchFamily="18" charset="0"/>
                <a:cs typeface="Times New Roman" panose="02020603050405020304" pitchFamily="18" charset="0"/>
              </a:rPr>
              <a:t>www.nature.com/scientificreports</a:t>
            </a:r>
          </a:p>
        </p:txBody>
      </p:sp>
      <p:sp>
        <p:nvSpPr>
          <p:cNvPr id="7" name="TextBox 6"/>
          <p:cNvSpPr txBox="1"/>
          <p:nvPr/>
        </p:nvSpPr>
        <p:spPr>
          <a:xfrm>
            <a:off x="445076" y="1890307"/>
            <a:ext cx="9445373" cy="2535566"/>
          </a:xfrm>
          <a:prstGeom prst="rect">
            <a:avLst/>
          </a:prstGeom>
          <a:noFill/>
        </p:spPr>
        <p:txBody>
          <a:bodyPr wrap="square" rtlCol="0">
            <a:spAutoFit/>
          </a:bodyPr>
          <a:lstStyle/>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It reached 98.95% accuracy on the Modified National Institute of Standards and Technology database under Non-Independent and Identically Distributed attacks.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It achieved an F1-score of 0.98 for scaling-attack detection on the Open Access Series of Imaging Studies.</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Trust-based aggregation successfully reduces the influence of malicious updates.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Achieved 10.4% computational overhead with scalability up to 50 clients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8D2EB-ABB4-2447-3B0B-DEFAD88CB95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5F4BCDA-E8D4-F29A-5A7E-315AB8C33F97}"/>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13CC7C6E-AF53-3D05-DBEB-FAF911227C89}"/>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EB7B51F4-56FB-7891-C3EB-476BC602B724}"/>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23-09-2026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4D5D7615-3799-DAF2-E38B-2831B3903A47}"/>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26</a:t>
            </a:fld>
            <a:endParaRPr lang="en-IN" sz="1800" dirty="0">
              <a:solidFill>
                <a:schemeClr val="tx1"/>
              </a:solidFill>
            </a:endParaRPr>
          </a:p>
        </p:txBody>
      </p:sp>
      <p:sp>
        <p:nvSpPr>
          <p:cNvPr id="15" name="TextBox 14">
            <a:extLst>
              <a:ext uri="{FF2B5EF4-FFF2-40B4-BE49-F238E27FC236}">
                <a16:creationId xmlns:a16="http://schemas.microsoft.com/office/drawing/2014/main" id="{F71FAE36-E273-359B-0CAE-CA9120C85CB3}"/>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69F429A8-32E0-CD57-9B47-4C6B08EB6B1E}"/>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a:extLst>
              <a:ext uri="{FF2B5EF4-FFF2-40B4-BE49-F238E27FC236}">
                <a16:creationId xmlns:a16="http://schemas.microsoft.com/office/drawing/2014/main" id="{2FECCE9D-BE49-F6E5-6762-34754AF0489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8A4985B3-CB1F-FACC-B06F-80D6088411F2}"/>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a:extLst>
              <a:ext uri="{FF2B5EF4-FFF2-40B4-BE49-F238E27FC236}">
                <a16:creationId xmlns:a16="http://schemas.microsoft.com/office/drawing/2014/main" id="{540F3DA7-6E97-E58A-AD92-E3DE94B7D9F5}"/>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431CE2C9-B092-67BE-AFCD-15D5D007A7D7}"/>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a:t>
            </a:r>
            <a:r>
              <a:rPr lang="en-IN" sz="1400" dirty="0">
                <a:latin typeface="Times New Roman" panose="02020603050405020304" pitchFamily="18" charset="0"/>
                <a:cs typeface="Times New Roman" panose="02020603050405020304" pitchFamily="18" charset="0"/>
              </a:rPr>
              <a:t>| Key Results | </a:t>
            </a:r>
            <a:r>
              <a:rPr lang="en-IN" sz="1400" dirty="0">
                <a:solidFill>
                  <a:schemeClr val="bg1">
                    <a:lumMod val="75000"/>
                  </a:schemeClr>
                </a:solidFill>
                <a:latin typeface="Times New Roman" panose="02020603050405020304" pitchFamily="18" charset="0"/>
                <a:cs typeface="Times New Roman" panose="02020603050405020304" pitchFamily="18" charset="0"/>
              </a:rPr>
              <a:t>Strengths &amp; Limitations | Relevance to my research |</a:t>
            </a:r>
          </a:p>
        </p:txBody>
      </p:sp>
      <p:sp>
        <p:nvSpPr>
          <p:cNvPr id="6" name="Rectangle 5">
            <a:extLst>
              <a:ext uri="{FF2B5EF4-FFF2-40B4-BE49-F238E27FC236}">
                <a16:creationId xmlns:a16="http://schemas.microsoft.com/office/drawing/2014/main" id="{D6CFC93D-0C10-E9A6-0CAB-C493E841A8DA}"/>
              </a:ext>
            </a:extLst>
          </p:cNvPr>
          <p:cNvSpPr/>
          <p:nvPr/>
        </p:nvSpPr>
        <p:spPr>
          <a:xfrm>
            <a:off x="2082799" y="871721"/>
            <a:ext cx="10020709" cy="430887"/>
          </a:xfrm>
          <a:prstGeom prst="rect">
            <a:avLst/>
          </a:prstGeom>
        </p:spPr>
        <p:txBody>
          <a:bodyPr wrap="square">
            <a:spAutoFit/>
          </a:bodyPr>
          <a:lstStyle/>
          <a:p>
            <a:r>
              <a:rPr lang="en-US" sz="1100" b="1" dirty="0">
                <a:latin typeface="Times New Roman" panose="02020603050405020304" pitchFamily="18" charset="0"/>
                <a:cs typeface="Times New Roman" panose="02020603050405020304" pitchFamily="18" charset="0"/>
              </a:rPr>
              <a:t>Byzantine robust federated learning for heterogeneous brain MRI using </a:t>
            </a:r>
            <a:r>
              <a:rPr lang="en-US" sz="1100" b="1" dirty="0" err="1">
                <a:latin typeface="Times New Roman" panose="02020603050405020304" pitchFamily="18" charset="0"/>
                <a:cs typeface="Times New Roman" panose="02020603050405020304" pitchFamily="18" charset="0"/>
              </a:rPr>
              <a:t>multisignal</a:t>
            </a:r>
            <a:r>
              <a:rPr lang="en-US" sz="1100" b="1" dirty="0">
                <a:latin typeface="Times New Roman" panose="02020603050405020304" pitchFamily="18" charset="0"/>
                <a:cs typeface="Times New Roman" panose="02020603050405020304" pitchFamily="18" charset="0"/>
              </a:rPr>
              <a:t> gradient fingerprinting and adaptive trust aggregation </a:t>
            </a:r>
            <a:endParaRPr lang="en-US" sz="1100" dirty="0">
              <a:latin typeface="Times New Roman" panose="02020603050405020304" pitchFamily="18" charset="0"/>
              <a:cs typeface="Times New Roman" panose="02020603050405020304" pitchFamily="18" charset="0"/>
            </a:endParaRPr>
          </a:p>
          <a:p>
            <a:r>
              <a:rPr lang="en-IN" sz="1100" b="1" dirty="0">
                <a:latin typeface="Times New Roman" panose="02020603050405020304" pitchFamily="18" charset="0"/>
                <a:cs typeface="Times New Roman" panose="02020603050405020304" pitchFamily="18" charset="0"/>
              </a:rPr>
              <a:t>Mohammad Karami1, Hamed Kebriaei1</a:t>
            </a:r>
            <a:r>
              <a:rPr lang="en-IN" sz="1100" dirty="0">
                <a:latin typeface="Times New Roman" panose="02020603050405020304" pitchFamily="18" charset="0"/>
                <a:cs typeface="Times New Roman" panose="02020603050405020304" pitchFamily="18" charset="0"/>
              </a:rPr>
              <a:t></a:t>
            </a:r>
            <a:r>
              <a:rPr lang="en-IN" sz="1100" b="1" dirty="0">
                <a:latin typeface="Times New Roman" panose="02020603050405020304" pitchFamily="18" charset="0"/>
                <a:cs typeface="Times New Roman" panose="02020603050405020304" pitchFamily="18" charset="0"/>
              </a:rPr>
              <a:t>, Fatemeh Ghassemi1 &amp; Hamid Azadegan2 </a:t>
            </a:r>
            <a:r>
              <a:rPr lang="en-US" sz="1100" i="1" dirty="0">
                <a:latin typeface="Times New Roman" panose="02020603050405020304" pitchFamily="18" charset="0"/>
                <a:cs typeface="Times New Roman" panose="02020603050405020304" pitchFamily="18" charset="0"/>
              </a:rPr>
              <a:t>| </a:t>
            </a:r>
            <a:r>
              <a:rPr lang="en-IN" sz="1100" dirty="0">
                <a:latin typeface="Times New Roman" panose="02020603050405020304" pitchFamily="18" charset="0"/>
                <a:cs typeface="Times New Roman" panose="02020603050405020304" pitchFamily="18" charset="0"/>
              </a:rPr>
              <a:t>www.nature.com/scientificreports</a:t>
            </a:r>
          </a:p>
        </p:txBody>
      </p:sp>
      <p:pic>
        <p:nvPicPr>
          <p:cNvPr id="9" name="Picture 8">
            <a:extLst>
              <a:ext uri="{FF2B5EF4-FFF2-40B4-BE49-F238E27FC236}">
                <a16:creationId xmlns:a16="http://schemas.microsoft.com/office/drawing/2014/main" id="{0AFED052-203F-F044-EFEF-0858564615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84776" y="1564229"/>
            <a:ext cx="4883311" cy="4875522"/>
          </a:xfrm>
          <a:prstGeom prst="rect">
            <a:avLst/>
          </a:prstGeom>
        </p:spPr>
      </p:pic>
      <p:sp>
        <p:nvSpPr>
          <p:cNvPr id="10" name="TextBox 9">
            <a:extLst>
              <a:ext uri="{FF2B5EF4-FFF2-40B4-BE49-F238E27FC236}">
                <a16:creationId xmlns:a16="http://schemas.microsoft.com/office/drawing/2014/main" id="{FAEC769B-DE1A-588B-E65A-3A5637BC0801}"/>
              </a:ext>
            </a:extLst>
          </p:cNvPr>
          <p:cNvSpPr txBox="1"/>
          <p:nvPr/>
        </p:nvSpPr>
        <p:spPr>
          <a:xfrm>
            <a:off x="347121" y="2024742"/>
            <a:ext cx="5748880" cy="502855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graph shows test accuracy for all five Byzantine attacks across different datasets and Non-IID conditions.</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It shows that the impact of each attack varies depending on the dataset and data heterogeneity.</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Attacks mentioned in the Graphs are:</a:t>
            </a:r>
          </a:p>
          <a:p>
            <a:pPr marL="1257300" lvl="2" indent="-342900">
              <a:lnSpc>
                <a:spcPct val="150000"/>
              </a:lnSpc>
              <a:buFont typeface="+mj-lt"/>
              <a:buAutoNum type="arabicPeriod"/>
            </a:pPr>
            <a:r>
              <a:rPr lang="en-IN" dirty="0">
                <a:latin typeface="Times New Roman" panose="02020603050405020304" pitchFamily="18" charset="0"/>
                <a:cs typeface="Times New Roman" panose="02020603050405020304" pitchFamily="18" charset="0"/>
              </a:rPr>
              <a:t>Scaling</a:t>
            </a:r>
          </a:p>
          <a:p>
            <a:pPr marL="1257300" lvl="2" indent="-342900">
              <a:lnSpc>
                <a:spcPct val="150000"/>
              </a:lnSpc>
              <a:buFont typeface="+mj-lt"/>
              <a:buAutoNum type="arabicPeriod"/>
            </a:pPr>
            <a:r>
              <a:rPr lang="en-IN" dirty="0">
                <a:latin typeface="Times New Roman" panose="02020603050405020304" pitchFamily="18" charset="0"/>
                <a:cs typeface="Times New Roman" panose="02020603050405020304" pitchFamily="18" charset="0"/>
              </a:rPr>
              <a:t>Partial Scaling</a:t>
            </a:r>
          </a:p>
          <a:p>
            <a:pPr marL="1257300" lvl="2" indent="-342900">
              <a:lnSpc>
                <a:spcPct val="150000"/>
              </a:lnSpc>
              <a:buFont typeface="+mj-lt"/>
              <a:buAutoNum type="arabicPeriod"/>
            </a:pPr>
            <a:r>
              <a:rPr lang="en-IN" dirty="0">
                <a:latin typeface="Times New Roman" panose="02020603050405020304" pitchFamily="18" charset="0"/>
                <a:cs typeface="Times New Roman" panose="02020603050405020304" pitchFamily="18" charset="0"/>
              </a:rPr>
              <a:t>Sign-Flipping</a:t>
            </a:r>
          </a:p>
          <a:p>
            <a:pPr marL="1257300" lvl="2" indent="-342900">
              <a:lnSpc>
                <a:spcPct val="150000"/>
              </a:lnSpc>
              <a:buFont typeface="+mj-lt"/>
              <a:buAutoNum type="arabicPeriod"/>
            </a:pPr>
            <a:r>
              <a:rPr lang="en-IN" dirty="0">
                <a:latin typeface="Times New Roman" panose="02020603050405020304" pitchFamily="18" charset="0"/>
                <a:cs typeface="Times New Roman" panose="02020603050405020304" pitchFamily="18" charset="0"/>
              </a:rPr>
              <a:t>Gaussian Noise</a:t>
            </a:r>
          </a:p>
          <a:p>
            <a:pPr marL="1257300" lvl="2" indent="-342900">
              <a:lnSpc>
                <a:spcPct val="150000"/>
              </a:lnSpc>
              <a:buFont typeface="+mj-lt"/>
              <a:buAutoNum type="arabicPeriod"/>
            </a:pPr>
            <a:r>
              <a:rPr lang="en-IN" dirty="0">
                <a:latin typeface="Times New Roman" panose="02020603050405020304" pitchFamily="18" charset="0"/>
                <a:cs typeface="Times New Roman" panose="02020603050405020304" pitchFamily="18" charset="0"/>
              </a:rPr>
              <a:t>Label-Flipping</a:t>
            </a:r>
          </a:p>
          <a:p>
            <a:pPr>
              <a:lnSpc>
                <a:spcPct val="150000"/>
              </a:lnSpc>
            </a:pPr>
            <a:endParaRPr lang="en-IN"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01323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23-09-2026</a:t>
            </a:fld>
            <a:endParaRPr lang="en-IN" dirty="0">
              <a:solidFill>
                <a:schemeClr val="tx1"/>
              </a:solidFill>
            </a:endParaRPr>
          </a:p>
        </p:txBody>
      </p:sp>
      <p:sp>
        <p:nvSpPr>
          <p:cNvPr id="13" name="Slide Number Placeholder 12"/>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27</a:t>
            </a:fld>
            <a:endParaRPr lang="en-IN" sz="1800" dirty="0">
              <a:solidFill>
                <a:schemeClr val="tx1"/>
              </a:solidFill>
            </a:endParaRPr>
          </a:p>
        </p:txBody>
      </p:sp>
      <p:sp>
        <p:nvSpPr>
          <p:cNvPr id="15" name="TextBox 14"/>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a:t>
            </a:r>
            <a:r>
              <a:rPr lang="en-IN" sz="1400" dirty="0">
                <a:latin typeface="Times New Roman" panose="02020603050405020304" pitchFamily="18" charset="0"/>
                <a:cs typeface="Times New Roman" panose="02020603050405020304" pitchFamily="18" charset="0"/>
              </a:rPr>
              <a:t>| Strengths &amp; Limitations | </a:t>
            </a:r>
            <a:r>
              <a:rPr lang="en-IN" sz="1400" dirty="0">
                <a:solidFill>
                  <a:schemeClr val="bg1">
                    <a:lumMod val="75000"/>
                  </a:schemeClr>
                </a:solidFill>
                <a:latin typeface="Times New Roman" panose="02020603050405020304" pitchFamily="18" charset="0"/>
                <a:cs typeface="Times New Roman" panose="02020603050405020304" pitchFamily="18" charset="0"/>
              </a:rPr>
              <a:t>Relevance to my research |</a:t>
            </a:r>
          </a:p>
        </p:txBody>
      </p:sp>
      <p:sp>
        <p:nvSpPr>
          <p:cNvPr id="6" name="Rectangle 5"/>
          <p:cNvSpPr/>
          <p:nvPr/>
        </p:nvSpPr>
        <p:spPr>
          <a:xfrm>
            <a:off x="2082799" y="862390"/>
            <a:ext cx="10020709" cy="430887"/>
          </a:xfrm>
          <a:prstGeom prst="rect">
            <a:avLst/>
          </a:prstGeom>
        </p:spPr>
        <p:txBody>
          <a:bodyPr wrap="square">
            <a:spAutoFit/>
          </a:bodyPr>
          <a:lstStyle/>
          <a:p>
            <a:r>
              <a:rPr lang="en-US" sz="1100" b="1" dirty="0">
                <a:latin typeface="Times New Roman" panose="02020603050405020304" pitchFamily="18" charset="0"/>
                <a:cs typeface="Times New Roman" panose="02020603050405020304" pitchFamily="18" charset="0"/>
              </a:rPr>
              <a:t>Byzantine robust federated learning for heterogeneous brain MRI using </a:t>
            </a:r>
            <a:r>
              <a:rPr lang="en-US" sz="1100" b="1" dirty="0" err="1">
                <a:latin typeface="Times New Roman" panose="02020603050405020304" pitchFamily="18" charset="0"/>
                <a:cs typeface="Times New Roman" panose="02020603050405020304" pitchFamily="18" charset="0"/>
              </a:rPr>
              <a:t>multisignal</a:t>
            </a:r>
            <a:r>
              <a:rPr lang="en-US" sz="1100" b="1" dirty="0">
                <a:latin typeface="Times New Roman" panose="02020603050405020304" pitchFamily="18" charset="0"/>
                <a:cs typeface="Times New Roman" panose="02020603050405020304" pitchFamily="18" charset="0"/>
              </a:rPr>
              <a:t> gradient fingerprinting and adaptive trust aggregation </a:t>
            </a:r>
            <a:endParaRPr lang="en-US" sz="1100" dirty="0">
              <a:latin typeface="Times New Roman" panose="02020603050405020304" pitchFamily="18" charset="0"/>
              <a:cs typeface="Times New Roman" panose="02020603050405020304" pitchFamily="18" charset="0"/>
            </a:endParaRPr>
          </a:p>
          <a:p>
            <a:r>
              <a:rPr lang="en-IN" sz="1100" b="1" dirty="0">
                <a:latin typeface="Times New Roman" panose="02020603050405020304" pitchFamily="18" charset="0"/>
                <a:cs typeface="Times New Roman" panose="02020603050405020304" pitchFamily="18" charset="0"/>
              </a:rPr>
              <a:t>Mohammad Karami1, Hamed Kebriaei1</a:t>
            </a:r>
            <a:r>
              <a:rPr lang="en-IN" sz="1100" dirty="0">
                <a:latin typeface="Times New Roman" panose="02020603050405020304" pitchFamily="18" charset="0"/>
                <a:cs typeface="Times New Roman" panose="02020603050405020304" pitchFamily="18" charset="0"/>
              </a:rPr>
              <a:t></a:t>
            </a:r>
            <a:r>
              <a:rPr lang="en-IN" sz="1100" b="1" dirty="0">
                <a:latin typeface="Times New Roman" panose="02020603050405020304" pitchFamily="18" charset="0"/>
                <a:cs typeface="Times New Roman" panose="02020603050405020304" pitchFamily="18" charset="0"/>
              </a:rPr>
              <a:t>, Fatemeh Ghassemi1 &amp; Hamid Azadegan2 </a:t>
            </a:r>
            <a:r>
              <a:rPr lang="en-US" sz="1100" i="1" dirty="0">
                <a:latin typeface="Times New Roman" panose="02020603050405020304" pitchFamily="18" charset="0"/>
                <a:cs typeface="Times New Roman" panose="02020603050405020304" pitchFamily="18" charset="0"/>
              </a:rPr>
              <a:t>| </a:t>
            </a:r>
            <a:r>
              <a:rPr lang="en-IN" sz="1100" dirty="0">
                <a:latin typeface="Times New Roman" panose="02020603050405020304" pitchFamily="18" charset="0"/>
                <a:cs typeface="Times New Roman" panose="02020603050405020304" pitchFamily="18" charset="0"/>
              </a:rPr>
              <a:t>www.nature.com/scientificreports</a:t>
            </a:r>
          </a:p>
        </p:txBody>
      </p:sp>
      <p:sp>
        <p:nvSpPr>
          <p:cNvPr id="8" name="Rectangle 7"/>
          <p:cNvSpPr/>
          <p:nvPr/>
        </p:nvSpPr>
        <p:spPr>
          <a:xfrm>
            <a:off x="6259202"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425176"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393386" y="1799012"/>
            <a:ext cx="1075872"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Strengths</a:t>
            </a:r>
          </a:p>
        </p:txBody>
      </p:sp>
      <p:sp>
        <p:nvSpPr>
          <p:cNvPr id="20" name="TextBox 19"/>
          <p:cNvSpPr txBox="1"/>
          <p:nvPr/>
        </p:nvSpPr>
        <p:spPr>
          <a:xfrm>
            <a:off x="6259202" y="1779509"/>
            <a:ext cx="1249060"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Limitations</a:t>
            </a:r>
          </a:p>
        </p:txBody>
      </p:sp>
      <p:sp>
        <p:nvSpPr>
          <p:cNvPr id="10" name="TextBox 9"/>
          <p:cNvSpPr txBox="1"/>
          <p:nvPr/>
        </p:nvSpPr>
        <p:spPr>
          <a:xfrm>
            <a:off x="393386" y="2186863"/>
            <a:ext cx="5274856" cy="4613058"/>
          </a:xfrm>
          <a:prstGeom prst="rect">
            <a:avLst/>
          </a:prstGeom>
          <a:noFill/>
        </p:spPr>
        <p:txBody>
          <a:bodyPr wrap="square" rtlCol="0">
            <a:spAutoFit/>
          </a:bodyPr>
          <a:lstStyle/>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Multi-signal detection provides comprehensive client assessment.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Adaptive trust scoring adjusts to changing client behaviour.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Robust under Non-IID data and heterogeneous distributions.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Trust-weighted aggregation limits malicious update influence.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Evaluated against multiple attacks and strong baselines. </a:t>
            </a:r>
          </a:p>
          <a:p>
            <a:pPr marL="285750" indent="-285750" algn="just">
              <a:lnSpc>
                <a:spcPct val="150000"/>
              </a:lnSpc>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6354147" y="2211151"/>
            <a:ext cx="5346362" cy="4197559"/>
          </a:xfrm>
          <a:prstGeom prst="rect">
            <a:avLst/>
          </a:prstGeom>
          <a:noFill/>
        </p:spPr>
        <p:txBody>
          <a:bodyPr wrap="square" rtlCol="0">
            <a:spAutoFit/>
          </a:bodyPr>
          <a:lstStyle/>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Multi-signal effectiveness: The impact of individual signals varies across attack types.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Adaptive attacks: More investigation is needed against attackers that manipulate multiple trust signals.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Subtle attacks: Some attacks, such as sign-flipping, remain difficult to detect in certain settings. </a:t>
            </a:r>
          </a:p>
          <a:p>
            <a:pPr marL="285750" lvl="0" indent="-285750">
              <a:lnSpc>
                <a:spcPct val="150000"/>
              </a:lnSpc>
              <a:buFont typeface="Arial" panose="020B0604020202020204" pitchFamily="34" charset="0"/>
              <a:buChar char="•"/>
            </a:pPr>
            <a:r>
              <a:rPr lang="en-IN" i="1" dirty="0">
                <a:latin typeface="Times New Roman" panose="02020603050405020304" pitchFamily="18" charset="0"/>
                <a:cs typeface="Times New Roman" panose="02020603050405020304" pitchFamily="18" charset="0"/>
              </a:rPr>
              <a:t>Non-IID behaviour: The interaction between data heterogeneity and adversarial behaviour needs further study.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23-09-2026</a:t>
            </a:fld>
            <a:endParaRPr lang="en-IN" dirty="0">
              <a:solidFill>
                <a:schemeClr val="tx1"/>
              </a:solidFill>
            </a:endParaRPr>
          </a:p>
        </p:txBody>
      </p:sp>
      <p:sp>
        <p:nvSpPr>
          <p:cNvPr id="13" name="Slide Number Placeholder 12"/>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28</a:t>
            </a:fld>
            <a:endParaRPr lang="en-IN" sz="1800" dirty="0">
              <a:solidFill>
                <a:schemeClr val="tx1"/>
              </a:solidFill>
            </a:endParaRPr>
          </a:p>
        </p:txBody>
      </p:sp>
      <p:sp>
        <p:nvSpPr>
          <p:cNvPr id="15" name="TextBox 14"/>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 Strengths &amp; Limitations </a:t>
            </a:r>
            <a:r>
              <a:rPr lang="en-IN" sz="1400" dirty="0">
                <a:latin typeface="Times New Roman" panose="02020603050405020304" pitchFamily="18" charset="0"/>
                <a:cs typeface="Times New Roman" panose="02020603050405020304" pitchFamily="18" charset="0"/>
              </a:rPr>
              <a:t>| Relevance to my research |</a:t>
            </a:r>
          </a:p>
        </p:txBody>
      </p:sp>
      <p:sp>
        <p:nvSpPr>
          <p:cNvPr id="6" name="Rectangle 5"/>
          <p:cNvSpPr/>
          <p:nvPr/>
        </p:nvSpPr>
        <p:spPr>
          <a:xfrm>
            <a:off x="2082799" y="862390"/>
            <a:ext cx="10020709" cy="430887"/>
          </a:xfrm>
          <a:prstGeom prst="rect">
            <a:avLst/>
          </a:prstGeom>
        </p:spPr>
        <p:txBody>
          <a:bodyPr wrap="square">
            <a:spAutoFit/>
          </a:bodyPr>
          <a:lstStyle/>
          <a:p>
            <a:r>
              <a:rPr lang="en-US" sz="1100" b="1" dirty="0">
                <a:latin typeface="Times New Roman" panose="02020603050405020304" pitchFamily="18" charset="0"/>
                <a:cs typeface="Times New Roman" panose="02020603050405020304" pitchFamily="18" charset="0"/>
              </a:rPr>
              <a:t>Byzantine robust federated learning for heterogeneous brain MRI using </a:t>
            </a:r>
            <a:r>
              <a:rPr lang="en-US" sz="1100" b="1" dirty="0" err="1">
                <a:latin typeface="Times New Roman" panose="02020603050405020304" pitchFamily="18" charset="0"/>
                <a:cs typeface="Times New Roman" panose="02020603050405020304" pitchFamily="18" charset="0"/>
              </a:rPr>
              <a:t>multisignal</a:t>
            </a:r>
            <a:r>
              <a:rPr lang="en-US" sz="1100" b="1" dirty="0">
                <a:latin typeface="Times New Roman" panose="02020603050405020304" pitchFamily="18" charset="0"/>
                <a:cs typeface="Times New Roman" panose="02020603050405020304" pitchFamily="18" charset="0"/>
              </a:rPr>
              <a:t> gradient fingerprinting and adaptive trust aggregation </a:t>
            </a:r>
            <a:endParaRPr lang="en-US" sz="1100" dirty="0">
              <a:latin typeface="Times New Roman" panose="02020603050405020304" pitchFamily="18" charset="0"/>
              <a:cs typeface="Times New Roman" panose="02020603050405020304" pitchFamily="18" charset="0"/>
            </a:endParaRPr>
          </a:p>
          <a:p>
            <a:r>
              <a:rPr lang="en-IN" sz="1100" b="1" dirty="0">
                <a:latin typeface="Times New Roman" panose="02020603050405020304" pitchFamily="18" charset="0"/>
                <a:cs typeface="Times New Roman" panose="02020603050405020304" pitchFamily="18" charset="0"/>
              </a:rPr>
              <a:t>Mohammad Karami1, Hamed Kebriaei1</a:t>
            </a:r>
            <a:r>
              <a:rPr lang="en-IN" sz="1100" dirty="0">
                <a:latin typeface="Times New Roman" panose="02020603050405020304" pitchFamily="18" charset="0"/>
                <a:cs typeface="Times New Roman" panose="02020603050405020304" pitchFamily="18" charset="0"/>
              </a:rPr>
              <a:t></a:t>
            </a:r>
            <a:r>
              <a:rPr lang="en-IN" sz="1100" b="1" dirty="0">
                <a:latin typeface="Times New Roman" panose="02020603050405020304" pitchFamily="18" charset="0"/>
                <a:cs typeface="Times New Roman" panose="02020603050405020304" pitchFamily="18" charset="0"/>
              </a:rPr>
              <a:t>, Fatemeh Ghassemi1 &amp; Hamid Azadegan2 </a:t>
            </a:r>
            <a:r>
              <a:rPr lang="en-US" sz="1100" i="1" dirty="0">
                <a:latin typeface="Times New Roman" panose="02020603050405020304" pitchFamily="18" charset="0"/>
                <a:cs typeface="Times New Roman" panose="02020603050405020304" pitchFamily="18" charset="0"/>
              </a:rPr>
              <a:t>| </a:t>
            </a:r>
            <a:r>
              <a:rPr lang="en-IN" sz="1100" dirty="0">
                <a:latin typeface="Times New Roman" panose="02020603050405020304" pitchFamily="18" charset="0"/>
                <a:cs typeface="Times New Roman" panose="02020603050405020304" pitchFamily="18" charset="0"/>
              </a:rPr>
              <a:t>www.nature.com/scientificreports</a:t>
            </a:r>
          </a:p>
        </p:txBody>
      </p:sp>
      <p:sp>
        <p:nvSpPr>
          <p:cNvPr id="7" name="TextBox 6"/>
          <p:cNvSpPr txBox="1"/>
          <p:nvPr/>
        </p:nvSpPr>
        <p:spPr>
          <a:xfrm>
            <a:off x="482400" y="1634278"/>
            <a:ext cx="10745043" cy="2951064"/>
          </a:xfrm>
          <a:prstGeom prst="rect">
            <a:avLst/>
          </a:prstGeom>
          <a:noFill/>
        </p:spPr>
        <p:txBody>
          <a:bodyPr wrap="square" rtlCol="0">
            <a:spAutoFit/>
          </a:bodyPr>
          <a:lstStyle/>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Provides a multi-signal trust-based approach relevant to poisoning detection.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Shows that client contribution can complement similarity-based detection.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Addresses </a:t>
            </a:r>
            <a:r>
              <a:rPr lang="en-IN" i="1" dirty="0">
                <a:solidFill>
                  <a:schemeClr val="tx1">
                    <a:lumMod val="95000"/>
                    <a:lumOff val="5000"/>
                  </a:schemeClr>
                </a:solidFill>
                <a:latin typeface="Times New Roman" panose="02020603050405020304" pitchFamily="18" charset="0"/>
                <a:cs typeface="Times New Roman" panose="02020603050405020304" pitchFamily="18" charset="0"/>
              </a:rPr>
              <a:t>Non-IID data</a:t>
            </a:r>
            <a:r>
              <a:rPr lang="en-IN" dirty="0">
                <a:solidFill>
                  <a:srgbClr val="FF0000"/>
                </a:solidFill>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which is a key concern in our project.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Supports the use of trust-weighted aggregation to reduce malicious influence.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Our project extends this direction by focusing on </a:t>
            </a:r>
            <a:r>
              <a:rPr lang="en-IN" i="1" dirty="0">
                <a:solidFill>
                  <a:schemeClr val="tx1">
                    <a:lumMod val="95000"/>
                    <a:lumOff val="5000"/>
                  </a:schemeClr>
                </a:solidFill>
                <a:latin typeface="Times New Roman" panose="02020603050405020304" pitchFamily="18" charset="0"/>
                <a:cs typeface="Times New Roman" panose="02020603050405020304" pitchFamily="18" charset="0"/>
              </a:rPr>
              <a:t>Leave-One-Out contribution </a:t>
            </a:r>
            <a:r>
              <a:rPr lang="en-IN" dirty="0">
                <a:latin typeface="Times New Roman" panose="02020603050405020304" pitchFamily="18" charset="0"/>
                <a:cs typeface="Times New Roman" panose="02020603050405020304" pitchFamily="18" charset="0"/>
              </a:rPr>
              <a:t>and reducing </a:t>
            </a:r>
            <a:r>
              <a:rPr lang="en-IN" i="1" dirty="0">
                <a:latin typeface="Times New Roman" panose="02020603050405020304" pitchFamily="18" charset="0"/>
                <a:cs typeface="Times New Roman" panose="02020603050405020304" pitchFamily="18" charset="0"/>
              </a:rPr>
              <a:t>false positives</a:t>
            </a:r>
            <a:r>
              <a:rPr lang="en-IN" dirty="0">
                <a:latin typeface="Times New Roman" panose="02020603050405020304" pitchFamily="18" charset="0"/>
                <a:cs typeface="Times New Roman" panose="02020603050405020304" pitchFamily="18" charset="0"/>
              </a:rPr>
              <a:t> for honest Non-IID participants.</a:t>
            </a:r>
          </a:p>
          <a:p>
            <a:pPr marL="285750" indent="-285750">
              <a:lnSpc>
                <a:spcPct val="150000"/>
              </a:lnSpc>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23-09-2026</a:t>
            </a:fld>
            <a:endParaRPr lang="en-IN" dirty="0">
              <a:solidFill>
                <a:schemeClr val="tx1"/>
              </a:solidFill>
            </a:endParaRPr>
          </a:p>
        </p:txBody>
      </p:sp>
      <p:sp>
        <p:nvSpPr>
          <p:cNvPr id="13" name="Slide Number Placeholder 12"/>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29</a:t>
            </a:fld>
            <a:endParaRPr lang="en-IN" sz="1800" dirty="0">
              <a:solidFill>
                <a:schemeClr val="tx1"/>
              </a:solidFill>
            </a:endParaRPr>
          </a:p>
        </p:txBody>
      </p:sp>
      <p:sp>
        <p:nvSpPr>
          <p:cNvPr id="15" name="TextBox 14"/>
          <p:cNvSpPr txBox="1"/>
          <p:nvPr/>
        </p:nvSpPr>
        <p:spPr>
          <a:xfrm flipH="1">
            <a:off x="135927" y="877163"/>
            <a:ext cx="7167697"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 - Summary</a:t>
            </a:r>
          </a:p>
        </p:txBody>
      </p:sp>
      <p:sp>
        <p:nvSpPr>
          <p:cNvPr id="2" name="TextBox 1"/>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graphicFrame>
        <p:nvGraphicFramePr>
          <p:cNvPr id="7" name="Table 6">
            <a:extLst>
              <a:ext uri="{FF2B5EF4-FFF2-40B4-BE49-F238E27FC236}">
                <a16:creationId xmlns:a16="http://schemas.microsoft.com/office/drawing/2014/main" id="{FB94EFD8-5FE1-B088-7C91-DE601926F9B4}"/>
              </a:ext>
            </a:extLst>
          </p:cNvPr>
          <p:cNvGraphicFramePr>
            <a:graphicFrameLocks noGrp="1"/>
          </p:cNvGraphicFramePr>
          <p:nvPr>
            <p:extLst>
              <p:ext uri="{D42A27DB-BD31-4B8C-83A1-F6EECF244321}">
                <p14:modId xmlns:p14="http://schemas.microsoft.com/office/powerpoint/2010/main" val="812223874"/>
              </p:ext>
            </p:extLst>
          </p:nvPr>
        </p:nvGraphicFramePr>
        <p:xfrm>
          <a:off x="429208" y="1567543"/>
          <a:ext cx="11196735" cy="3657600"/>
        </p:xfrm>
        <a:graphic>
          <a:graphicData uri="http://schemas.openxmlformats.org/drawingml/2006/table">
            <a:tbl>
              <a:tblPr>
                <a:tableStyleId>{616DA210-FB5B-4158-B5E0-FEB733F419BA}</a:tableStyleId>
              </a:tblPr>
              <a:tblGrid>
                <a:gridCol w="1922106">
                  <a:extLst>
                    <a:ext uri="{9D8B030D-6E8A-4147-A177-3AD203B41FA5}">
                      <a16:colId xmlns:a16="http://schemas.microsoft.com/office/drawing/2014/main" val="1781472022"/>
                    </a:ext>
                  </a:extLst>
                </a:gridCol>
                <a:gridCol w="690466">
                  <a:extLst>
                    <a:ext uri="{9D8B030D-6E8A-4147-A177-3AD203B41FA5}">
                      <a16:colId xmlns:a16="http://schemas.microsoft.com/office/drawing/2014/main" val="2132415432"/>
                    </a:ext>
                  </a:extLst>
                </a:gridCol>
                <a:gridCol w="3015948">
                  <a:extLst>
                    <a:ext uri="{9D8B030D-6E8A-4147-A177-3AD203B41FA5}">
                      <a16:colId xmlns:a16="http://schemas.microsoft.com/office/drawing/2014/main" val="2531007622"/>
                    </a:ext>
                  </a:extLst>
                </a:gridCol>
                <a:gridCol w="2535766">
                  <a:extLst>
                    <a:ext uri="{9D8B030D-6E8A-4147-A177-3AD203B41FA5}">
                      <a16:colId xmlns:a16="http://schemas.microsoft.com/office/drawing/2014/main" val="3762256316"/>
                    </a:ext>
                  </a:extLst>
                </a:gridCol>
                <a:gridCol w="3032449">
                  <a:extLst>
                    <a:ext uri="{9D8B030D-6E8A-4147-A177-3AD203B41FA5}">
                      <a16:colId xmlns:a16="http://schemas.microsoft.com/office/drawing/2014/main" val="4078192296"/>
                    </a:ext>
                  </a:extLst>
                </a:gridCol>
              </a:tblGrid>
              <a:tr h="698773">
                <a:tc>
                  <a:txBody>
                    <a:bodyPr/>
                    <a:lstStyle/>
                    <a:p>
                      <a:pPr algn="ctr">
                        <a:buNone/>
                      </a:pPr>
                      <a:r>
                        <a:rPr lang="en-IN" b="1" dirty="0">
                          <a:latin typeface="Times New Roman" panose="02020603050405020304" pitchFamily="18" charset="0"/>
                          <a:cs typeface="Times New Roman" panose="02020603050405020304" pitchFamily="18" charset="0"/>
                        </a:rPr>
                        <a:t>Reference</a:t>
                      </a:r>
                    </a:p>
                  </a:txBody>
                  <a:tcPr anchor="ctr"/>
                </a:tc>
                <a:tc>
                  <a:txBody>
                    <a:bodyPr/>
                    <a:lstStyle/>
                    <a:p>
                      <a:pPr algn="ctr">
                        <a:buNone/>
                      </a:pPr>
                      <a:r>
                        <a:rPr lang="en-IN" b="1" dirty="0">
                          <a:latin typeface="Times New Roman" panose="02020603050405020304" pitchFamily="18" charset="0"/>
                          <a:cs typeface="Times New Roman" panose="02020603050405020304" pitchFamily="18" charset="0"/>
                        </a:rPr>
                        <a:t>Year</a:t>
                      </a:r>
                    </a:p>
                  </a:txBody>
                  <a:tcPr anchor="ctr"/>
                </a:tc>
                <a:tc>
                  <a:txBody>
                    <a:bodyPr/>
                    <a:lstStyle/>
                    <a:p>
                      <a:pPr algn="ctr">
                        <a:buNone/>
                      </a:pPr>
                      <a:r>
                        <a:rPr lang="en-IN" b="1" dirty="0">
                          <a:latin typeface="Times New Roman" panose="02020603050405020304" pitchFamily="18" charset="0"/>
                          <a:cs typeface="Times New Roman" panose="02020603050405020304" pitchFamily="18" charset="0"/>
                        </a:rPr>
                        <a:t>Main Idea</a:t>
                      </a:r>
                    </a:p>
                  </a:txBody>
                  <a:tcPr anchor="ctr"/>
                </a:tc>
                <a:tc>
                  <a:txBody>
                    <a:bodyPr/>
                    <a:lstStyle/>
                    <a:p>
                      <a:pPr algn="ctr">
                        <a:buNone/>
                      </a:pPr>
                      <a:r>
                        <a:rPr lang="en-IN" b="1" dirty="0">
                          <a:latin typeface="Times New Roman" panose="02020603050405020304" pitchFamily="18" charset="0"/>
                          <a:cs typeface="Times New Roman" panose="02020603050405020304" pitchFamily="18" charset="0"/>
                        </a:rPr>
                        <a:t>Strength</a:t>
                      </a:r>
                    </a:p>
                  </a:txBody>
                  <a:tcPr anchor="ctr"/>
                </a:tc>
                <a:tc>
                  <a:txBody>
                    <a:bodyPr/>
                    <a:lstStyle/>
                    <a:p>
                      <a:pPr algn="ctr">
                        <a:buNone/>
                      </a:pPr>
                      <a:r>
                        <a:rPr lang="en-IN" b="1" dirty="0">
                          <a:latin typeface="Times New Roman" panose="02020603050405020304" pitchFamily="18" charset="0"/>
                          <a:cs typeface="Times New Roman" panose="02020603050405020304" pitchFamily="18" charset="0"/>
                        </a:rPr>
                        <a:t>Limitation</a:t>
                      </a:r>
                    </a:p>
                  </a:txBody>
                  <a:tcPr anchor="ctr"/>
                </a:tc>
                <a:extLst>
                  <a:ext uri="{0D108BD9-81ED-4DB2-BD59-A6C34878D82A}">
                    <a16:rowId xmlns:a16="http://schemas.microsoft.com/office/drawing/2014/main" val="929942228"/>
                  </a:ext>
                </a:extLst>
              </a:tr>
              <a:tr h="698773">
                <a:tc>
                  <a:txBody>
                    <a:bodyPr/>
                    <a:lstStyle/>
                    <a:p>
                      <a:pPr marL="0" algn="ctr" rtl="0" eaLnBrk="1" fontAlgn="ctr" latinLnBrk="0" hangingPunct="1">
                        <a:buNone/>
                      </a:pPr>
                      <a:r>
                        <a:rPr lang="en-IN" sz="1800" b="0" i="0" u="none" strike="noStrike" kern="1200">
                          <a:solidFill>
                            <a:srgbClr val="000000"/>
                          </a:solidFill>
                          <a:effectLst/>
                          <a:latin typeface="Times New Roman" panose="02020603050405020304" pitchFamily="18" charset="0"/>
                          <a:cs typeface="Times New Roman" panose="02020603050405020304" pitchFamily="18" charset="0"/>
                        </a:rPr>
                        <a:t>Zhu et al.</a:t>
                      </a:r>
                      <a:endParaRPr lang="en-IN" sz="1800" b="0" i="0" u="none" strike="noStrike">
                        <a:effectLst/>
                        <a:latin typeface="Arial" panose="020B0604020202020204" pitchFamily="34" charset="0"/>
                      </a:endParaRPr>
                    </a:p>
                  </a:txBody>
                  <a:tcPr anchor="ctr"/>
                </a:tc>
                <a:tc>
                  <a:txBody>
                    <a:bodyPr/>
                    <a:lstStyle/>
                    <a:p>
                      <a:pPr marL="0" algn="ctr" rtl="0" eaLnBrk="1" fontAlgn="ctr" latinLnBrk="0" hangingPunct="1">
                        <a:buNone/>
                      </a:pPr>
                      <a:r>
                        <a:rPr lang="en-IN" sz="1800" b="0" i="0" u="none" strike="noStrike" kern="1200">
                          <a:solidFill>
                            <a:srgbClr val="000000"/>
                          </a:solidFill>
                          <a:effectLst/>
                          <a:latin typeface="Times New Roman" panose="02020603050405020304" pitchFamily="18" charset="0"/>
                          <a:cs typeface="Times New Roman" panose="02020603050405020304" pitchFamily="18" charset="0"/>
                        </a:rPr>
                        <a:t>2024</a:t>
                      </a:r>
                      <a:endParaRPr lang="en-IN" sz="1800" b="0" i="0" u="none" strike="noStrike">
                        <a:effectLst/>
                        <a:latin typeface="Arial" panose="020B0604020202020204" pitchFamily="34" charset="0"/>
                      </a:endParaRPr>
                    </a:p>
                  </a:txBody>
                  <a:tcPr anchor="ctr"/>
                </a:tc>
                <a:tc>
                  <a:txBody>
                    <a:bodyPr/>
                    <a:lstStyle/>
                    <a:p>
                      <a:pPr marL="0" algn="ctr" rtl="0" eaLnBrk="1" fontAlgn="ctr" latinLnBrk="0" hangingPunct="1">
                        <a:buNone/>
                      </a:pPr>
                      <a:r>
                        <a:rPr lang="en-IN" sz="1800" b="0" i="0" u="none" strike="noStrike" kern="1200">
                          <a:solidFill>
                            <a:srgbClr val="000000"/>
                          </a:solidFill>
                          <a:effectLst/>
                          <a:latin typeface="Times New Roman" panose="02020603050405020304" pitchFamily="18" charset="0"/>
                          <a:cs typeface="Times New Roman" panose="02020603050405020304" pitchFamily="18" charset="0"/>
                        </a:rPr>
                        <a:t>Cosine-based attack detection</a:t>
                      </a:r>
                      <a:endParaRPr lang="en-IN" sz="1800" b="0" i="0" u="none" strike="noStrike">
                        <a:effectLst/>
                        <a:latin typeface="Arial" panose="020B0604020202020204" pitchFamily="34" charset="0"/>
                      </a:endParaRPr>
                    </a:p>
                  </a:txBody>
                  <a:tcPr anchor="ctr"/>
                </a:tc>
                <a:tc>
                  <a:txBody>
                    <a:bodyPr/>
                    <a:lstStyle/>
                    <a:p>
                      <a:pPr marL="0" algn="ctr" rtl="0" eaLnBrk="1" fontAlgn="ctr" latinLnBrk="0" hangingPunct="1">
                        <a:buNone/>
                      </a:pPr>
                      <a:r>
                        <a:rPr lang="en-IN" sz="1800" b="0" i="0" u="none" strike="noStrike" kern="1200">
                          <a:solidFill>
                            <a:srgbClr val="000000"/>
                          </a:solidFill>
                          <a:effectLst/>
                          <a:latin typeface="Times New Roman" panose="02020603050405020304" pitchFamily="18" charset="0"/>
                          <a:cs typeface="Times New Roman" panose="02020603050405020304" pitchFamily="18" charset="0"/>
                        </a:rPr>
                        <a:t>Byzantine resistant</a:t>
                      </a:r>
                      <a:endParaRPr lang="en-IN" sz="1800" b="0" i="0" u="none" strike="noStrike">
                        <a:effectLst/>
                        <a:latin typeface="Arial" panose="020B0604020202020204" pitchFamily="34" charset="0"/>
                      </a:endParaRPr>
                    </a:p>
                  </a:txBody>
                  <a:tcPr anchor="ctr"/>
                </a:tc>
                <a:tc>
                  <a:txBody>
                    <a:bodyPr/>
                    <a:lstStyle/>
                    <a:p>
                      <a:pPr marL="0" algn="ctr" rtl="0" eaLnBrk="1" fontAlgn="ctr" latinLnBrk="0" hangingPunct="1">
                        <a:buNone/>
                      </a:pPr>
                      <a:r>
                        <a:rPr lang="en-IN" sz="1800" b="0" i="0" u="none" strike="noStrike" kern="1200" dirty="0">
                          <a:solidFill>
                            <a:srgbClr val="000000"/>
                          </a:solidFill>
                          <a:effectLst/>
                          <a:latin typeface="Times New Roman" panose="02020603050405020304" pitchFamily="18" charset="0"/>
                          <a:cs typeface="Times New Roman" panose="02020603050405020304" pitchFamily="18" charset="0"/>
                        </a:rPr>
                        <a:t>Weak for Non-IID</a:t>
                      </a:r>
                      <a:endParaRPr lang="en-IN" sz="1800" b="0" i="0" u="none" strike="noStrike" dirty="0">
                        <a:effectLst/>
                        <a:latin typeface="Arial" panose="020B0604020202020204" pitchFamily="34" charset="0"/>
                      </a:endParaRPr>
                    </a:p>
                  </a:txBody>
                  <a:tcPr anchor="ctr"/>
                </a:tc>
                <a:extLst>
                  <a:ext uri="{0D108BD9-81ED-4DB2-BD59-A6C34878D82A}">
                    <a16:rowId xmlns:a16="http://schemas.microsoft.com/office/drawing/2014/main" val="1632550547"/>
                  </a:ext>
                </a:extLst>
              </a:tr>
              <a:tr h="698773">
                <a:tc>
                  <a:txBody>
                    <a:bodyPr/>
                    <a:lstStyle/>
                    <a:p>
                      <a:pPr marL="0" algn="ctr" rtl="0" eaLnBrk="1" fontAlgn="ctr" latinLnBrk="0" hangingPunct="1">
                        <a:buNone/>
                      </a:pPr>
                      <a:r>
                        <a:rPr lang="en-IN" sz="1800" b="0" i="0" u="none" strike="noStrike" kern="1200">
                          <a:solidFill>
                            <a:srgbClr val="000000"/>
                          </a:solidFill>
                          <a:effectLst/>
                          <a:latin typeface="Times New Roman" panose="02020603050405020304" pitchFamily="18" charset="0"/>
                          <a:cs typeface="Times New Roman" panose="02020603050405020304" pitchFamily="18" charset="0"/>
                        </a:rPr>
                        <a:t>Kavuri et al.</a:t>
                      </a:r>
                      <a:endParaRPr lang="en-IN" sz="1800" b="0" i="0" u="none" strike="noStrike">
                        <a:effectLst/>
                        <a:latin typeface="Arial" panose="020B0604020202020204" pitchFamily="34" charset="0"/>
                      </a:endParaRPr>
                    </a:p>
                  </a:txBody>
                  <a:tcPr anchor="ctr"/>
                </a:tc>
                <a:tc>
                  <a:txBody>
                    <a:bodyPr/>
                    <a:lstStyle/>
                    <a:p>
                      <a:pPr marL="0" algn="ctr" rtl="0" eaLnBrk="1" fontAlgn="ctr" latinLnBrk="0" hangingPunct="1">
                        <a:buNone/>
                      </a:pPr>
                      <a:r>
                        <a:rPr lang="en-IN" sz="1800" b="0" i="0" u="none" strike="noStrike" kern="1200">
                          <a:solidFill>
                            <a:srgbClr val="000000"/>
                          </a:solidFill>
                          <a:effectLst/>
                          <a:latin typeface="Times New Roman" panose="02020603050405020304" pitchFamily="18" charset="0"/>
                          <a:cs typeface="Times New Roman" panose="02020603050405020304" pitchFamily="18" charset="0"/>
                        </a:rPr>
                        <a:t>2025</a:t>
                      </a:r>
                      <a:endParaRPr lang="en-IN" sz="1800" b="0" i="0" u="none" strike="noStrike">
                        <a:effectLst/>
                        <a:latin typeface="Arial" panose="020B0604020202020204" pitchFamily="34" charset="0"/>
                      </a:endParaRPr>
                    </a:p>
                  </a:txBody>
                  <a:tcPr anchor="ctr"/>
                </a:tc>
                <a:tc>
                  <a:txBody>
                    <a:bodyPr/>
                    <a:lstStyle/>
                    <a:p>
                      <a:pPr marL="0" algn="ctr" rtl="0" eaLnBrk="1" fontAlgn="ctr" latinLnBrk="0" hangingPunct="1">
                        <a:buNone/>
                      </a:pPr>
                      <a:r>
                        <a:rPr lang="en-IN" sz="1800" b="0" i="0" u="none" strike="noStrike" kern="1200">
                          <a:solidFill>
                            <a:srgbClr val="000000"/>
                          </a:solidFill>
                          <a:effectLst/>
                          <a:latin typeface="Times New Roman" panose="02020603050405020304" pitchFamily="18" charset="0"/>
                          <a:cs typeface="Times New Roman" panose="02020603050405020304" pitchFamily="18" charset="0"/>
                        </a:rPr>
                        <a:t>Multi-factor trust</a:t>
                      </a:r>
                      <a:endParaRPr lang="en-IN" sz="1800" b="0" i="0" u="none" strike="noStrike">
                        <a:effectLst/>
                        <a:latin typeface="Arial" panose="020B0604020202020204" pitchFamily="34" charset="0"/>
                      </a:endParaRPr>
                    </a:p>
                  </a:txBody>
                  <a:tcPr anchor="ctr"/>
                </a:tc>
                <a:tc>
                  <a:txBody>
                    <a:bodyPr/>
                    <a:lstStyle/>
                    <a:p>
                      <a:pPr marL="0" algn="ctr" rtl="0" eaLnBrk="1" fontAlgn="ctr" latinLnBrk="0" hangingPunct="1">
                        <a:buNone/>
                      </a:pPr>
                      <a:r>
                        <a:rPr lang="en-IN" sz="1800" b="0" i="0" u="none" strike="noStrike" kern="1200">
                          <a:solidFill>
                            <a:srgbClr val="000000"/>
                          </a:solidFill>
                          <a:effectLst/>
                          <a:latin typeface="Times New Roman" panose="02020603050405020304" pitchFamily="18" charset="0"/>
                          <a:cs typeface="Times New Roman" panose="02020603050405020304" pitchFamily="18" charset="0"/>
                        </a:rPr>
                        <a:t>Adaptive detection</a:t>
                      </a:r>
                      <a:endParaRPr lang="en-IN" sz="1800" b="0" i="0" u="none" strike="noStrike">
                        <a:effectLst/>
                        <a:latin typeface="Arial" panose="020B0604020202020204" pitchFamily="34" charset="0"/>
                      </a:endParaRPr>
                    </a:p>
                  </a:txBody>
                  <a:tcPr anchor="ctr"/>
                </a:tc>
                <a:tc>
                  <a:txBody>
                    <a:bodyPr/>
                    <a:lstStyle/>
                    <a:p>
                      <a:pPr marL="0" algn="ctr" rtl="0" eaLnBrk="1" fontAlgn="ctr" latinLnBrk="0" hangingPunct="1">
                        <a:buNone/>
                      </a:pPr>
                      <a:r>
                        <a:rPr lang="en-IN" sz="1800" b="0" i="0" u="none" strike="noStrike" kern="1200" dirty="0">
                          <a:solidFill>
                            <a:srgbClr val="000000"/>
                          </a:solidFill>
                          <a:effectLst/>
                          <a:latin typeface="Times New Roman" panose="02020603050405020304" pitchFamily="18" charset="0"/>
                          <a:cs typeface="Times New Roman" panose="02020603050405020304" pitchFamily="18" charset="0"/>
                        </a:rPr>
                        <a:t>FL, not SL</a:t>
                      </a:r>
                      <a:endParaRPr lang="en-IN" sz="1800" b="0" i="0" u="none" strike="noStrike" dirty="0">
                        <a:effectLst/>
                        <a:latin typeface="Arial" panose="020B0604020202020204" pitchFamily="34" charset="0"/>
                      </a:endParaRPr>
                    </a:p>
                  </a:txBody>
                  <a:tcPr anchor="ctr"/>
                </a:tc>
                <a:extLst>
                  <a:ext uri="{0D108BD9-81ED-4DB2-BD59-A6C34878D82A}">
                    <a16:rowId xmlns:a16="http://schemas.microsoft.com/office/drawing/2014/main" val="3688663930"/>
                  </a:ext>
                </a:extLst>
              </a:tr>
              <a:tr h="862508">
                <a:tc>
                  <a:txBody>
                    <a:bodyPr/>
                    <a:lstStyle/>
                    <a:p>
                      <a:pPr marL="0" algn="ctr" rtl="0" eaLnBrk="1" fontAlgn="ctr" latinLnBrk="0" hangingPunct="1">
                        <a:buNone/>
                      </a:pPr>
                      <a:r>
                        <a:rPr lang="en-IN" sz="1800" b="0" i="0" u="none" strike="noStrike" kern="1200">
                          <a:solidFill>
                            <a:srgbClr val="000000"/>
                          </a:solidFill>
                          <a:effectLst/>
                          <a:latin typeface="Times New Roman" panose="02020603050405020304" pitchFamily="18" charset="0"/>
                          <a:cs typeface="Times New Roman" panose="02020603050405020304" pitchFamily="18" charset="0"/>
                        </a:rPr>
                        <a:t>Karami et al.</a:t>
                      </a:r>
                      <a:endParaRPr lang="en-IN" sz="1800" b="0" i="0" u="none" strike="noStrike">
                        <a:effectLst/>
                        <a:latin typeface="Arial" panose="020B0604020202020204" pitchFamily="34" charset="0"/>
                      </a:endParaRPr>
                    </a:p>
                  </a:txBody>
                  <a:tcPr anchor="ctr"/>
                </a:tc>
                <a:tc>
                  <a:txBody>
                    <a:bodyPr/>
                    <a:lstStyle/>
                    <a:p>
                      <a:pPr marL="0" algn="ctr" rtl="0" eaLnBrk="1" fontAlgn="ctr" latinLnBrk="0" hangingPunct="1">
                        <a:buNone/>
                      </a:pPr>
                      <a:r>
                        <a:rPr lang="en-IN" sz="1800" b="0" i="0" u="none" strike="noStrike" kern="1200">
                          <a:solidFill>
                            <a:srgbClr val="000000"/>
                          </a:solidFill>
                          <a:effectLst/>
                          <a:latin typeface="Times New Roman" panose="02020603050405020304" pitchFamily="18" charset="0"/>
                          <a:cs typeface="Times New Roman" panose="02020603050405020304" pitchFamily="18" charset="0"/>
                        </a:rPr>
                        <a:t>2026</a:t>
                      </a:r>
                      <a:endParaRPr lang="en-IN" sz="1800" b="0" i="0" u="none" strike="noStrike">
                        <a:effectLst/>
                        <a:latin typeface="Arial" panose="020B0604020202020204" pitchFamily="34" charset="0"/>
                      </a:endParaRPr>
                    </a:p>
                  </a:txBody>
                  <a:tcPr anchor="ctr"/>
                </a:tc>
                <a:tc>
                  <a:txBody>
                    <a:bodyPr/>
                    <a:lstStyle/>
                    <a:p>
                      <a:pPr marL="0" algn="ctr" rtl="0" eaLnBrk="1" fontAlgn="ctr" latinLnBrk="0" hangingPunct="1">
                        <a:buNone/>
                      </a:pPr>
                      <a:r>
                        <a:rPr lang="en-IN" sz="1800" b="0" i="0" u="none" strike="noStrike" kern="1200">
                          <a:solidFill>
                            <a:srgbClr val="000000"/>
                          </a:solidFill>
                          <a:effectLst/>
                          <a:latin typeface="Times New Roman" panose="02020603050405020304" pitchFamily="18" charset="0"/>
                          <a:cs typeface="Times New Roman" panose="02020603050405020304" pitchFamily="18" charset="0"/>
                        </a:rPr>
                        <a:t>Multi-signal trust  And Shapley Contribution</a:t>
                      </a:r>
                      <a:endParaRPr lang="en-IN" sz="1800" b="0" i="0" u="none" strike="noStrike">
                        <a:effectLst/>
                        <a:latin typeface="Arial" panose="020B0604020202020204" pitchFamily="34" charset="0"/>
                      </a:endParaRPr>
                    </a:p>
                  </a:txBody>
                  <a:tcPr anchor="ctr"/>
                </a:tc>
                <a:tc>
                  <a:txBody>
                    <a:bodyPr/>
                    <a:lstStyle/>
                    <a:p>
                      <a:pPr marL="0" algn="ctr" rtl="0" eaLnBrk="1" fontAlgn="ctr" latinLnBrk="0" hangingPunct="1">
                        <a:buNone/>
                      </a:pPr>
                      <a:r>
                        <a:rPr lang="en-IN" sz="1800" b="0" i="0" u="none" strike="noStrike" kern="1200">
                          <a:solidFill>
                            <a:srgbClr val="000000"/>
                          </a:solidFill>
                          <a:effectLst/>
                          <a:latin typeface="Times New Roman" panose="02020603050405020304" pitchFamily="18" charset="0"/>
                          <a:cs typeface="Times New Roman" panose="02020603050405020304" pitchFamily="18" charset="0"/>
                        </a:rPr>
                        <a:t>Good for Non-IID</a:t>
                      </a:r>
                      <a:endParaRPr lang="en-IN" sz="1800" b="0" i="0" u="none" strike="noStrike">
                        <a:effectLst/>
                        <a:latin typeface="Arial" panose="020B0604020202020204" pitchFamily="34" charset="0"/>
                      </a:endParaRPr>
                    </a:p>
                  </a:txBody>
                  <a:tcPr anchor="ctr"/>
                </a:tc>
                <a:tc>
                  <a:txBody>
                    <a:bodyPr/>
                    <a:lstStyle/>
                    <a:p>
                      <a:pPr marL="0" algn="ctr" rtl="0" eaLnBrk="1" fontAlgn="ctr" latinLnBrk="0" hangingPunct="1">
                        <a:buNone/>
                      </a:pPr>
                      <a:r>
                        <a:rPr lang="en-IN" sz="1800" b="0" i="0" u="none" strike="noStrike" kern="1200" dirty="0">
                          <a:solidFill>
                            <a:srgbClr val="000000"/>
                          </a:solidFill>
                          <a:effectLst/>
                          <a:latin typeface="Times New Roman" panose="02020603050405020304" pitchFamily="18" charset="0"/>
                          <a:cs typeface="Times New Roman" panose="02020603050405020304" pitchFamily="18" charset="0"/>
                        </a:rPr>
                        <a:t>Subtle attacks</a:t>
                      </a:r>
                      <a:endParaRPr lang="en-IN" sz="1800" b="0" i="0" u="none" strike="noStrike" dirty="0">
                        <a:effectLst/>
                        <a:latin typeface="Arial" panose="020B0604020202020204" pitchFamily="34" charset="0"/>
                      </a:endParaRPr>
                    </a:p>
                  </a:txBody>
                  <a:tcPr anchor="ctr"/>
                </a:tc>
                <a:extLst>
                  <a:ext uri="{0D108BD9-81ED-4DB2-BD59-A6C34878D82A}">
                    <a16:rowId xmlns:a16="http://schemas.microsoft.com/office/drawing/2014/main" val="3351327774"/>
                  </a:ext>
                </a:extLst>
              </a:tr>
              <a:tr h="698773">
                <a:tc>
                  <a:txBody>
                    <a:bodyPr/>
                    <a:lstStyle/>
                    <a:p>
                      <a:pPr marL="0" algn="ctr" rtl="0" eaLnBrk="1" fontAlgn="ctr" latinLnBrk="0" hangingPunct="1">
                        <a:buNone/>
                      </a:pPr>
                      <a:r>
                        <a:rPr lang="en-IN" sz="1800" b="0" i="0" u="none" strike="noStrike" kern="1200">
                          <a:solidFill>
                            <a:srgbClr val="000000"/>
                          </a:solidFill>
                          <a:effectLst/>
                          <a:latin typeface="Times New Roman" panose="02020603050405020304" pitchFamily="18" charset="0"/>
                          <a:cs typeface="Times New Roman" panose="02020603050405020304" pitchFamily="18" charset="0"/>
                        </a:rPr>
                        <a:t>Vélez et al.</a:t>
                      </a:r>
                      <a:endParaRPr lang="en-IN" sz="1800" b="0" i="0" u="none" strike="noStrike">
                        <a:effectLst/>
                        <a:latin typeface="Arial" panose="020B0604020202020204" pitchFamily="34" charset="0"/>
                      </a:endParaRPr>
                    </a:p>
                  </a:txBody>
                  <a:tcPr anchor="ctr"/>
                </a:tc>
                <a:tc>
                  <a:txBody>
                    <a:bodyPr/>
                    <a:lstStyle/>
                    <a:p>
                      <a:pPr marL="0" algn="ctr" rtl="0" eaLnBrk="1" fontAlgn="ctr" latinLnBrk="0" hangingPunct="1">
                        <a:buNone/>
                      </a:pPr>
                      <a:r>
                        <a:rPr lang="en-IN" sz="1800" b="0" i="0" u="none" strike="noStrike" kern="1200">
                          <a:solidFill>
                            <a:srgbClr val="000000"/>
                          </a:solidFill>
                          <a:effectLst/>
                          <a:latin typeface="Times New Roman" panose="02020603050405020304" pitchFamily="18" charset="0"/>
                          <a:cs typeface="Times New Roman" panose="02020603050405020304" pitchFamily="18" charset="0"/>
                        </a:rPr>
                        <a:t>2026</a:t>
                      </a:r>
                      <a:endParaRPr lang="en-IN" sz="1800" b="0" i="0" u="none" strike="noStrike">
                        <a:effectLst/>
                        <a:latin typeface="Arial" panose="020B0604020202020204" pitchFamily="34" charset="0"/>
                      </a:endParaRPr>
                    </a:p>
                  </a:txBody>
                  <a:tcPr anchor="ctr"/>
                </a:tc>
                <a:tc>
                  <a:txBody>
                    <a:bodyPr/>
                    <a:lstStyle/>
                    <a:p>
                      <a:pPr marL="0" algn="ctr" rtl="0" eaLnBrk="1" fontAlgn="ctr" latinLnBrk="0" hangingPunct="1">
                        <a:buNone/>
                      </a:pPr>
                      <a:r>
                        <a:rPr lang="en-IN" sz="1800" b="0" i="0" u="none" strike="noStrike" kern="1200">
                          <a:solidFill>
                            <a:srgbClr val="000000"/>
                          </a:solidFill>
                          <a:effectLst/>
                          <a:latin typeface="Times New Roman" panose="02020603050405020304" pitchFamily="18" charset="0"/>
                          <a:cs typeface="Times New Roman" panose="02020603050405020304" pitchFamily="18" charset="0"/>
                        </a:rPr>
                        <a:t>LOO contribution evaluation</a:t>
                      </a:r>
                      <a:endParaRPr lang="en-IN" sz="1800" b="0" i="0" u="none" strike="noStrike">
                        <a:effectLst/>
                        <a:latin typeface="Arial" panose="020B0604020202020204" pitchFamily="34" charset="0"/>
                      </a:endParaRPr>
                    </a:p>
                  </a:txBody>
                  <a:tcPr anchor="ctr"/>
                </a:tc>
                <a:tc>
                  <a:txBody>
                    <a:bodyPr/>
                    <a:lstStyle/>
                    <a:p>
                      <a:pPr marL="0" algn="ctr" rtl="0" eaLnBrk="1" fontAlgn="ctr" latinLnBrk="0" hangingPunct="1">
                        <a:buNone/>
                      </a:pPr>
                      <a:r>
                        <a:rPr lang="en-IN" sz="1800" b="0" i="0" u="none" strike="noStrike" kern="1200">
                          <a:solidFill>
                            <a:srgbClr val="000000"/>
                          </a:solidFill>
                          <a:effectLst/>
                          <a:latin typeface="Times New Roman" panose="02020603050405020304" pitchFamily="18" charset="0"/>
                          <a:cs typeface="Times New Roman" panose="02020603050405020304" pitchFamily="18" charset="0"/>
                        </a:rPr>
                        <a:t>Simple, Non-IID aware</a:t>
                      </a:r>
                      <a:endParaRPr lang="en-IN" sz="1800" b="0" i="0" u="none" strike="noStrike">
                        <a:effectLst/>
                        <a:latin typeface="Arial" panose="020B0604020202020204" pitchFamily="34" charset="0"/>
                      </a:endParaRPr>
                    </a:p>
                  </a:txBody>
                  <a:tcPr anchor="ctr"/>
                </a:tc>
                <a:tc>
                  <a:txBody>
                    <a:bodyPr/>
                    <a:lstStyle/>
                    <a:p>
                      <a:pPr marL="0" algn="ctr" rtl="0" eaLnBrk="1" fontAlgn="ctr" latinLnBrk="0" hangingPunct="1">
                        <a:buNone/>
                      </a:pPr>
                      <a:r>
                        <a:rPr lang="en-IN" sz="1800" b="0" i="0" u="none" strike="noStrike" kern="1200" dirty="0">
                          <a:solidFill>
                            <a:srgbClr val="000000"/>
                          </a:solidFill>
                          <a:effectLst/>
                          <a:latin typeface="Times New Roman" panose="02020603050405020304" pitchFamily="18" charset="0"/>
                          <a:cs typeface="Times New Roman" panose="02020603050405020304" pitchFamily="18" charset="0"/>
                        </a:rPr>
                        <a:t>Limited attack study</a:t>
                      </a:r>
                      <a:endParaRPr lang="en-IN" sz="1800" b="0" i="0" u="none" strike="noStrike" dirty="0">
                        <a:effectLst/>
                        <a:latin typeface="Arial" panose="020B0604020202020204" pitchFamily="34" charset="0"/>
                      </a:endParaRPr>
                    </a:p>
                  </a:txBody>
                  <a:tcPr anchor="ctr"/>
                </a:tc>
                <a:extLst>
                  <a:ext uri="{0D108BD9-81ED-4DB2-BD59-A6C34878D82A}">
                    <a16:rowId xmlns:a16="http://schemas.microsoft.com/office/drawing/2014/main" val="3329927245"/>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92EE5-34B2-B8B8-DAD6-A6A07D1D05F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09DBDBA-99E0-76DD-D697-8E7B3F7A9BB4}"/>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F8F9410-8C4D-FDBE-4496-83206177A18A}"/>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9FAFA4D3-B68D-4859-92CC-2E70A4DD4EC7}"/>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23-09-2026</a:t>
            </a:fld>
            <a:endParaRPr lang="en-IN" dirty="0">
              <a:solidFill>
                <a:schemeClr val="tx1"/>
              </a:solidFill>
            </a:endParaRPr>
          </a:p>
        </p:txBody>
      </p:sp>
      <p:sp>
        <p:nvSpPr>
          <p:cNvPr id="12" name="Footer Placeholder 11">
            <a:extLst>
              <a:ext uri="{FF2B5EF4-FFF2-40B4-BE49-F238E27FC236}">
                <a16:creationId xmlns:a16="http://schemas.microsoft.com/office/drawing/2014/main" id="{ACFB6909-9F26-9E38-98CE-B569E31A6820}"/>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3" name="Slide Number Placeholder 12">
            <a:extLst>
              <a:ext uri="{FF2B5EF4-FFF2-40B4-BE49-F238E27FC236}">
                <a16:creationId xmlns:a16="http://schemas.microsoft.com/office/drawing/2014/main" id="{A7BE2A6D-B147-8AE9-A58F-BF77F0A011C2}"/>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30</a:t>
            </a:fld>
            <a:endParaRPr lang="en-IN" sz="1800" dirty="0">
              <a:solidFill>
                <a:schemeClr val="tx1"/>
              </a:solidFill>
            </a:endParaRPr>
          </a:p>
        </p:txBody>
      </p:sp>
      <p:sp>
        <p:nvSpPr>
          <p:cNvPr id="15" name="TextBox 14">
            <a:extLst>
              <a:ext uri="{FF2B5EF4-FFF2-40B4-BE49-F238E27FC236}">
                <a16:creationId xmlns:a16="http://schemas.microsoft.com/office/drawing/2014/main" id="{A62CE880-4DE4-F853-6C30-0057F5D6E219}"/>
              </a:ext>
            </a:extLst>
          </p:cNvPr>
          <p:cNvSpPr txBox="1"/>
          <p:nvPr/>
        </p:nvSpPr>
        <p:spPr>
          <a:xfrm flipH="1">
            <a:off x="335901" y="877163"/>
            <a:ext cx="11720167"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Problem statement:</a:t>
            </a:r>
          </a:p>
        </p:txBody>
      </p:sp>
      <p:sp>
        <p:nvSpPr>
          <p:cNvPr id="2" name="TextBox 1">
            <a:extLst>
              <a:ext uri="{FF2B5EF4-FFF2-40B4-BE49-F238E27FC236}">
                <a16:creationId xmlns:a16="http://schemas.microsoft.com/office/drawing/2014/main" id="{E21AAAE0-420C-FB05-253A-1E15DC9F5AA3}"/>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a:extLst>
              <a:ext uri="{FF2B5EF4-FFF2-40B4-BE49-F238E27FC236}">
                <a16:creationId xmlns:a16="http://schemas.microsoft.com/office/drawing/2014/main" id="{7796084F-3640-00EB-85D8-9556A21BA1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6A5C2138-B7E3-870C-22CD-652372812D38}"/>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6" name="TextBox 5">
            <a:extLst>
              <a:ext uri="{FF2B5EF4-FFF2-40B4-BE49-F238E27FC236}">
                <a16:creationId xmlns:a16="http://schemas.microsoft.com/office/drawing/2014/main" id="{6794C527-672E-E07A-6041-DB0F5686FC43}"/>
              </a:ext>
            </a:extLst>
          </p:cNvPr>
          <p:cNvSpPr txBox="1"/>
          <p:nvPr/>
        </p:nvSpPr>
        <p:spPr>
          <a:xfrm>
            <a:off x="522513" y="1548881"/>
            <a:ext cx="10704930" cy="4197559"/>
          </a:xfrm>
          <a:prstGeom prst="rect">
            <a:avLst/>
          </a:prstGeom>
          <a:noFill/>
        </p:spPr>
        <p:txBody>
          <a:bodyPr wrap="square"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In an ideal Swarm Learning environment, participating nodes should securely contribute to a global model while accurately distinguishing malicious poisoning updates from legitimate updates generated by honest participants. However, existing detection approaches that rely primarily on update similarity may incorrectly identify honest participants as malicious when their local data distributions are Non-IID, while sophisticated malicious updates may remain undetected. This can increase the false positive rate, attack success rate, and degradation of global model accuracy. Therefore, an effective mechanism is required to evaluate participant contribution and behavioural characteristics using multiple factors such as contribution, validation performance, update magnitude, similarity, and historical behaviour, thereby improving poisoning detection while preserving the contributions of honest Non-IID participants.</a:t>
            </a:r>
          </a:p>
          <a:p>
            <a:pPr>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87748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23-09-2026</a:t>
            </a:fld>
            <a:endParaRPr lang="en-IN" dirty="0">
              <a:solidFill>
                <a:schemeClr val="tx1"/>
              </a:solidFill>
            </a:endParaRPr>
          </a:p>
        </p:txBody>
      </p:sp>
      <p:sp>
        <p:nvSpPr>
          <p:cNvPr id="13" name="Slide Number Placeholder 12"/>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31</a:t>
            </a:fld>
            <a:endParaRPr lang="en-IN" sz="1800" dirty="0">
              <a:solidFill>
                <a:schemeClr val="tx1"/>
              </a:solidFill>
            </a:endParaRPr>
          </a:p>
        </p:txBody>
      </p:sp>
      <p:sp>
        <p:nvSpPr>
          <p:cNvPr id="15" name="TextBox 14"/>
          <p:cNvSpPr txBox="1"/>
          <p:nvPr/>
        </p:nvSpPr>
        <p:spPr>
          <a:xfrm flipH="1">
            <a:off x="135927" y="877163"/>
            <a:ext cx="7167697"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Review – 1 </a:t>
            </a:r>
          </a:p>
        </p:txBody>
      </p:sp>
      <p:sp>
        <p:nvSpPr>
          <p:cNvPr id="2" name="TextBox 1"/>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6" name="TextBox 5"/>
          <p:cNvSpPr txBox="1"/>
          <p:nvPr/>
        </p:nvSpPr>
        <p:spPr>
          <a:xfrm>
            <a:off x="4641448" y="3010622"/>
            <a:ext cx="2236510" cy="646331"/>
          </a:xfrm>
          <a:prstGeom prst="rect">
            <a:avLst/>
          </a:prstGeom>
          <a:noFill/>
        </p:spPr>
        <p:txBody>
          <a:bodyPr wrap="none" rtlCol="0">
            <a:spAutoFit/>
          </a:bodyPr>
          <a:lstStyle/>
          <a:p>
            <a:r>
              <a:rPr lang="en-IN" sz="3600" dirty="0">
                <a:latin typeface="Times New Roman" panose="02020603050405020304" pitchFamily="18" charset="0"/>
                <a:cs typeface="Times New Roman" panose="02020603050405020304" pitchFamily="18" charset="0"/>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650</TotalTime>
  <Words>4608</Words>
  <Application>Microsoft Office PowerPoint</Application>
  <PresentationFormat>Widescreen</PresentationFormat>
  <Paragraphs>579</Paragraphs>
  <Slides>31</Slides>
  <Notes>31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Calibri Light</vt:lpstr>
      <vt:lpstr>Times New Roman</vt:lpstr>
      <vt:lpstr>Office Theme</vt:lpstr>
      <vt:lpstr>PowerPoint Presentation</vt:lpstr>
      <vt:lpstr>What is Swarm Learning?</vt:lpstr>
      <vt:lpstr>PowerPoint Presentation</vt:lpstr>
      <vt:lpstr>Applications of Swarm Learning</vt:lpstr>
      <vt:lpstr>Role  Of Swarm Learning in Health care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mualidhar V</dc:creator>
  <cp:lastModifiedBy>Harsha Vardhan</cp:lastModifiedBy>
  <cp:revision>58</cp:revision>
  <dcterms:created xsi:type="dcterms:W3CDTF">2023-07-18T12:47:00Z</dcterms:created>
  <dcterms:modified xsi:type="dcterms:W3CDTF">2026-09-23T12:26:11Z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86BA6E09E0B04D15986B4C42DC4DF0F4_13</vt:lpwstr>
  </property>
</Properties>
</file>