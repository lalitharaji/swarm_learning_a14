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63"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BFFBF5-A279-46CD-A145-DE51CD8E7846}" v="79" dt="2026-09-15T11:52:28.9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varScale="1">
        <p:scale>
          <a:sx n="82" d="100"/>
          <a:sy n="82" d="100"/>
        </p:scale>
        <p:origin x="67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Vardhan" userId="51c1f197de70b828" providerId="LiveId" clId="{DE310B51-CC64-4D6E-8F4C-93006508D9ED}"/>
    <pc:docChg chg="undo redo custSel modSld">
      <pc:chgData name="Harsha Vardhan" userId="51c1f197de70b828" providerId="LiveId" clId="{DE310B51-CC64-4D6E-8F4C-93006508D9ED}" dt="2026-09-15T11:52:39.344" v="552" actId="12"/>
      <pc:docMkLst>
        <pc:docMk/>
      </pc:docMkLst>
      <pc:sldChg chg="addSp delSp modSp mod">
        <pc:chgData name="Harsha Vardhan" userId="51c1f197de70b828" providerId="LiveId" clId="{DE310B51-CC64-4D6E-8F4C-93006508D9ED}" dt="2026-09-15T11:32:33.897" v="447" actId="2710"/>
        <pc:sldMkLst>
          <pc:docMk/>
          <pc:sldMk cId="1266449640" sldId="263"/>
        </pc:sldMkLst>
        <pc:spChg chg="mod">
          <ac:chgData name="Harsha Vardhan" userId="51c1f197de70b828" providerId="LiveId" clId="{DE310B51-CC64-4D6E-8F4C-93006508D9ED}" dt="2026-09-15T11:21:01.460" v="417"/>
          <ac:spMkLst>
            <pc:docMk/>
            <pc:sldMk cId="1266449640" sldId="263"/>
            <ac:spMk id="2" creationId="{50EC79EE-C1C4-E275-0987-67B7B3A60CCB}"/>
          </ac:spMkLst>
        </pc:spChg>
        <pc:spChg chg="add mod">
          <ac:chgData name="Harsha Vardhan" userId="51c1f197de70b828" providerId="LiveId" clId="{DE310B51-CC64-4D6E-8F4C-93006508D9ED}" dt="2026-09-15T11:32:33.897" v="447" actId="2710"/>
          <ac:spMkLst>
            <pc:docMk/>
            <pc:sldMk cId="1266449640" sldId="263"/>
            <ac:spMk id="6" creationId="{75251D25-EBC6-74BC-5AE1-57FC2AFA85B4}"/>
          </ac:spMkLst>
        </pc:spChg>
        <pc:spChg chg="add del mod">
          <ac:chgData name="Harsha Vardhan" userId="51c1f197de70b828" providerId="LiveId" clId="{DE310B51-CC64-4D6E-8F4C-93006508D9ED}" dt="2026-09-15T11:21:15.258" v="419" actId="120"/>
          <ac:spMkLst>
            <pc:docMk/>
            <pc:sldMk cId="1266449640" sldId="263"/>
            <ac:spMk id="14" creationId="{50EC79EE-C1C4-E275-0987-67B7B3A60CCB}"/>
          </ac:spMkLst>
        </pc:spChg>
        <pc:spChg chg="mod">
          <ac:chgData name="Harsha Vardhan" userId="51c1f197de70b828" providerId="LiveId" clId="{DE310B51-CC64-4D6E-8F4C-93006508D9ED}" dt="2026-09-15T09:33:12.884" v="12" actId="113"/>
          <ac:spMkLst>
            <pc:docMk/>
            <pc:sldMk cId="1266449640" sldId="263"/>
            <ac:spMk id="15" creationId="{D13CE1DE-D210-C7A2-61C0-FF7B6B511F8A}"/>
          </ac:spMkLst>
        </pc:spChg>
        <pc:graphicFrameChg chg="add mod">
          <ac:chgData name="Harsha Vardhan" userId="51c1f197de70b828" providerId="LiveId" clId="{DE310B51-CC64-4D6E-8F4C-93006508D9ED}" dt="2026-09-15T09:38:31.801" v="160"/>
          <ac:graphicFrameMkLst>
            <pc:docMk/>
            <pc:sldMk cId="1266449640" sldId="263"/>
            <ac:graphicFrameMk id="7" creationId="{B8CA6A18-F75B-2423-7262-790372E5A7F3}"/>
          </ac:graphicFrameMkLst>
        </pc:graphicFrameChg>
        <pc:graphicFrameChg chg="add mod">
          <ac:chgData name="Harsha Vardhan" userId="51c1f197de70b828" providerId="LiveId" clId="{DE310B51-CC64-4D6E-8F4C-93006508D9ED}" dt="2026-09-15T09:38:31.801" v="160"/>
          <ac:graphicFrameMkLst>
            <pc:docMk/>
            <pc:sldMk cId="1266449640" sldId="263"/>
            <ac:graphicFrameMk id="8" creationId="{8FD04F17-F113-2D0A-B154-019DD4ACA5C8}"/>
          </ac:graphicFrameMkLst>
        </pc:graphicFrameChg>
        <pc:graphicFrameChg chg="add mod">
          <ac:chgData name="Harsha Vardhan" userId="51c1f197de70b828" providerId="LiveId" clId="{DE310B51-CC64-4D6E-8F4C-93006508D9ED}" dt="2026-09-15T09:38:36.115" v="162"/>
          <ac:graphicFrameMkLst>
            <pc:docMk/>
            <pc:sldMk cId="1266449640" sldId="263"/>
            <ac:graphicFrameMk id="9" creationId="{AE6C0BA6-C67C-4CCF-E411-2E079CB863C0}"/>
          </ac:graphicFrameMkLst>
        </pc:graphicFrameChg>
        <pc:graphicFrameChg chg="add mod">
          <ac:chgData name="Harsha Vardhan" userId="51c1f197de70b828" providerId="LiveId" clId="{DE310B51-CC64-4D6E-8F4C-93006508D9ED}" dt="2026-09-15T09:38:36.115" v="162"/>
          <ac:graphicFrameMkLst>
            <pc:docMk/>
            <pc:sldMk cId="1266449640" sldId="263"/>
            <ac:graphicFrameMk id="10" creationId="{C92107F9-FB70-EC6C-F1C9-5CE5C4F6C62C}"/>
          </ac:graphicFrameMkLst>
        </pc:graphicFrameChg>
      </pc:sldChg>
      <pc:sldChg chg="addSp delSp modSp mod">
        <pc:chgData name="Harsha Vardhan" userId="51c1f197de70b828" providerId="LiveId" clId="{DE310B51-CC64-4D6E-8F4C-93006508D9ED}" dt="2026-09-15T11:20:48.060" v="416" actId="1036"/>
        <pc:sldMkLst>
          <pc:docMk/>
          <pc:sldMk cId="501989967" sldId="264"/>
        </pc:sldMkLst>
        <pc:spChg chg="add del mod">
          <ac:chgData name="Harsha Vardhan" userId="51c1f197de70b828" providerId="LiveId" clId="{DE310B51-CC64-4D6E-8F4C-93006508D9ED}" dt="2026-09-15T11:20:48.060" v="416" actId="1036"/>
          <ac:spMkLst>
            <pc:docMk/>
            <pc:sldMk cId="501989967" sldId="264"/>
            <ac:spMk id="6" creationId="{00000000-0000-0000-0000-000000000000}"/>
          </ac:spMkLst>
        </pc:spChg>
        <pc:spChg chg="mod">
          <ac:chgData name="Harsha Vardhan" userId="51c1f197de70b828" providerId="LiveId" clId="{DE310B51-CC64-4D6E-8F4C-93006508D9ED}" dt="2026-09-15T09:35:32.067" v="150" actId="20577"/>
          <ac:spMkLst>
            <pc:docMk/>
            <pc:sldMk cId="501989967" sldId="264"/>
            <ac:spMk id="8" creationId="{00000000-0000-0000-0000-000000000000}"/>
          </ac:spMkLst>
        </pc:spChg>
        <pc:spChg chg="mod">
          <ac:chgData name="Harsha Vardhan" userId="51c1f197de70b828" providerId="LiveId" clId="{DE310B51-CC64-4D6E-8F4C-93006508D9ED}" dt="2026-09-15T09:34:22.838" v="85" actId="20577"/>
          <ac:spMkLst>
            <pc:docMk/>
            <pc:sldMk cId="501989967" sldId="264"/>
            <ac:spMk id="9" creationId="{00000000-0000-0000-0000-000000000000}"/>
          </ac:spMkLst>
        </pc:spChg>
        <pc:spChg chg="mod">
          <ac:chgData name="Harsha Vardhan" userId="51c1f197de70b828" providerId="LiveId" clId="{DE310B51-CC64-4D6E-8F4C-93006508D9ED}" dt="2026-09-15T09:35:22.058" v="140" actId="2711"/>
          <ac:spMkLst>
            <pc:docMk/>
            <pc:sldMk cId="501989967" sldId="264"/>
            <ac:spMk id="12" creationId="{00000000-0000-0000-0000-000000000000}"/>
          </ac:spMkLst>
        </pc:spChg>
        <pc:spChg chg="mod">
          <ac:chgData name="Harsha Vardhan" userId="51c1f197de70b828" providerId="LiveId" clId="{DE310B51-CC64-4D6E-8F4C-93006508D9ED}" dt="2026-09-15T09:35:18.206" v="139" actId="2711"/>
          <ac:spMkLst>
            <pc:docMk/>
            <pc:sldMk cId="501989967" sldId="264"/>
            <ac:spMk id="13" creationId="{00000000-0000-0000-0000-000000000000}"/>
          </ac:spMkLst>
        </pc:spChg>
        <pc:graphicFrameChg chg="add mod">
          <ac:chgData name="Harsha Vardhan" userId="51c1f197de70b828" providerId="LiveId" clId="{DE310B51-CC64-4D6E-8F4C-93006508D9ED}" dt="2026-09-15T09:38:52.522" v="172" actId="1076"/>
          <ac:graphicFrameMkLst>
            <pc:docMk/>
            <pc:sldMk cId="501989967" sldId="264"/>
            <ac:graphicFrameMk id="3" creationId="{4C62C47C-4D5C-2F75-8457-13DC22DA0154}"/>
          </ac:graphicFrameMkLst>
        </pc:graphicFrameChg>
        <pc:graphicFrameChg chg="add mod modGraphic">
          <ac:chgData name="Harsha Vardhan" userId="51c1f197de70b828" providerId="LiveId" clId="{DE310B51-CC64-4D6E-8F4C-93006508D9ED}" dt="2026-09-15T09:38:52.522" v="172" actId="1076"/>
          <ac:graphicFrameMkLst>
            <pc:docMk/>
            <pc:sldMk cId="501989967" sldId="264"/>
            <ac:graphicFrameMk id="11" creationId="{57DB0671-63B9-76E9-7CDD-ED839531A3B7}"/>
          </ac:graphicFrameMkLst>
        </pc:graphicFrameChg>
      </pc:sldChg>
      <pc:sldChg chg="addSp modSp mod">
        <pc:chgData name="Harsha Vardhan" userId="51c1f197de70b828" providerId="LiveId" clId="{DE310B51-CC64-4D6E-8F4C-93006508D9ED}" dt="2026-09-15T11:38:29.231" v="493" actId="123"/>
        <pc:sldMkLst>
          <pc:docMk/>
          <pc:sldMk cId="2826065650" sldId="265"/>
        </pc:sldMkLst>
        <pc:spChg chg="mod">
          <ac:chgData name="Harsha Vardhan" userId="51c1f197de70b828" providerId="LiveId" clId="{DE310B51-CC64-4D6E-8F4C-93006508D9ED}" dt="2026-09-15T09:40:55.039" v="332" actId="20577"/>
          <ac:spMkLst>
            <pc:docMk/>
            <pc:sldMk cId="2826065650" sldId="265"/>
            <ac:spMk id="2" creationId="{50EC79EE-C1C4-E275-0987-67B7B3A60CCB}"/>
          </ac:spMkLst>
        </pc:spChg>
        <pc:spChg chg="mod">
          <ac:chgData name="Harsha Vardhan" userId="51c1f197de70b828" providerId="LiveId" clId="{DE310B51-CC64-4D6E-8F4C-93006508D9ED}" dt="2026-09-15T11:10:59.457" v="408" actId="2711"/>
          <ac:spMkLst>
            <pc:docMk/>
            <pc:sldMk cId="2826065650" sldId="265"/>
            <ac:spMk id="6" creationId="{00000000-0000-0000-0000-000000000000}"/>
          </ac:spMkLst>
        </pc:spChg>
        <pc:spChg chg="add mod">
          <ac:chgData name="Harsha Vardhan" userId="51c1f197de70b828" providerId="LiveId" clId="{DE310B51-CC64-4D6E-8F4C-93006508D9ED}" dt="2026-09-15T11:38:29.231" v="493" actId="123"/>
          <ac:spMkLst>
            <pc:docMk/>
            <pc:sldMk cId="2826065650" sldId="265"/>
            <ac:spMk id="7" creationId="{443B659C-218F-2BFA-6448-F5CDA36E8C3F}"/>
          </ac:spMkLst>
        </pc:spChg>
        <pc:spChg chg="mod">
          <ac:chgData name="Harsha Vardhan" userId="51c1f197de70b828" providerId="LiveId" clId="{DE310B51-CC64-4D6E-8F4C-93006508D9ED}" dt="2026-09-15T09:39:23.667" v="179" actId="2711"/>
          <ac:spMkLst>
            <pc:docMk/>
            <pc:sldMk cId="2826065650" sldId="265"/>
            <ac:spMk id="14" creationId="{50EC79EE-C1C4-E275-0987-67B7B3A60CCB}"/>
          </ac:spMkLst>
        </pc:spChg>
      </pc:sldChg>
      <pc:sldChg chg="addSp modSp mod">
        <pc:chgData name="Harsha Vardhan" userId="51c1f197de70b828" providerId="LiveId" clId="{DE310B51-CC64-4D6E-8F4C-93006508D9ED}" dt="2026-09-15T11:42:00.502" v="527" actId="1076"/>
        <pc:sldMkLst>
          <pc:docMk/>
          <pc:sldMk cId="3876127754" sldId="266"/>
        </pc:sldMkLst>
        <pc:spChg chg="mod">
          <ac:chgData name="Harsha Vardhan" userId="51c1f197de70b828" providerId="LiveId" clId="{DE310B51-CC64-4D6E-8F4C-93006508D9ED}" dt="2026-09-15T09:41:03.164" v="333"/>
          <ac:spMkLst>
            <pc:docMk/>
            <pc:sldMk cId="3876127754" sldId="266"/>
            <ac:spMk id="2" creationId="{50EC79EE-C1C4-E275-0987-67B7B3A60CCB}"/>
          </ac:spMkLst>
        </pc:spChg>
        <pc:spChg chg="mod">
          <ac:chgData name="Harsha Vardhan" userId="51c1f197de70b828" providerId="LiveId" clId="{DE310B51-CC64-4D6E-8F4C-93006508D9ED}" dt="2026-09-15T11:10:52.869" v="407" actId="2711"/>
          <ac:spMkLst>
            <pc:docMk/>
            <pc:sldMk cId="3876127754" sldId="266"/>
            <ac:spMk id="6" creationId="{00000000-0000-0000-0000-000000000000}"/>
          </ac:spMkLst>
        </pc:spChg>
        <pc:spChg chg="add mod">
          <ac:chgData name="Harsha Vardhan" userId="51c1f197de70b828" providerId="LiveId" clId="{DE310B51-CC64-4D6E-8F4C-93006508D9ED}" dt="2026-09-15T11:42:00.502" v="527" actId="1076"/>
          <ac:spMkLst>
            <pc:docMk/>
            <pc:sldMk cId="3876127754" sldId="266"/>
            <ac:spMk id="7" creationId="{4E7EB39A-5CA6-E08B-D60D-DB84BE33FF7C}"/>
          </ac:spMkLst>
        </pc:spChg>
        <pc:spChg chg="mod">
          <ac:chgData name="Harsha Vardhan" userId="51c1f197de70b828" providerId="LiveId" clId="{DE310B51-CC64-4D6E-8F4C-93006508D9ED}" dt="2026-09-15T11:22:08.787" v="420"/>
          <ac:spMkLst>
            <pc:docMk/>
            <pc:sldMk cId="3876127754" sldId="266"/>
            <ac:spMk id="14" creationId="{50EC79EE-C1C4-E275-0987-67B7B3A60CCB}"/>
          </ac:spMkLst>
        </pc:spChg>
      </pc:sldChg>
      <pc:sldChg chg="addSp modSp mod">
        <pc:chgData name="Harsha Vardhan" userId="51c1f197de70b828" providerId="LiveId" clId="{DE310B51-CC64-4D6E-8F4C-93006508D9ED}" dt="2026-09-15T11:42:03.932" v="528" actId="1076"/>
        <pc:sldMkLst>
          <pc:docMk/>
          <pc:sldMk cId="2206479791" sldId="267"/>
        </pc:sldMkLst>
        <pc:spChg chg="mod">
          <ac:chgData name="Harsha Vardhan" userId="51c1f197de70b828" providerId="LiveId" clId="{DE310B51-CC64-4D6E-8F4C-93006508D9ED}" dt="2026-09-15T09:41:28.773" v="338" actId="21"/>
          <ac:spMkLst>
            <pc:docMk/>
            <pc:sldMk cId="2206479791" sldId="267"/>
            <ac:spMk id="2" creationId="{50EC79EE-C1C4-E275-0987-67B7B3A60CCB}"/>
          </ac:spMkLst>
        </pc:spChg>
        <pc:spChg chg="mod">
          <ac:chgData name="Harsha Vardhan" userId="51c1f197de70b828" providerId="LiveId" clId="{DE310B51-CC64-4D6E-8F4C-93006508D9ED}" dt="2026-09-15T11:11:15.822" v="410" actId="255"/>
          <ac:spMkLst>
            <pc:docMk/>
            <pc:sldMk cId="2206479791" sldId="267"/>
            <ac:spMk id="6" creationId="{00000000-0000-0000-0000-000000000000}"/>
          </ac:spMkLst>
        </pc:spChg>
        <pc:spChg chg="add mod">
          <ac:chgData name="Harsha Vardhan" userId="51c1f197de70b828" providerId="LiveId" clId="{DE310B51-CC64-4D6E-8F4C-93006508D9ED}" dt="2026-09-15T11:42:03.932" v="528" actId="1076"/>
          <ac:spMkLst>
            <pc:docMk/>
            <pc:sldMk cId="2206479791" sldId="267"/>
            <ac:spMk id="7" creationId="{DD83193D-CB00-807D-021F-9E990C86950E}"/>
          </ac:spMkLst>
        </pc:spChg>
        <pc:spChg chg="mod">
          <ac:chgData name="Harsha Vardhan" userId="51c1f197de70b828" providerId="LiveId" clId="{DE310B51-CC64-4D6E-8F4C-93006508D9ED}" dt="2026-09-15T11:22:13.730" v="423"/>
          <ac:spMkLst>
            <pc:docMk/>
            <pc:sldMk cId="2206479791" sldId="267"/>
            <ac:spMk id="14" creationId="{50EC79EE-C1C4-E275-0987-67B7B3A60CCB}"/>
          </ac:spMkLst>
        </pc:spChg>
        <pc:spChg chg="mod">
          <ac:chgData name="Harsha Vardhan" userId="51c1f197de70b828" providerId="LiveId" clId="{DE310B51-CC64-4D6E-8F4C-93006508D9ED}" dt="2026-09-15T11:37:28.857" v="484" actId="20577"/>
          <ac:spMkLst>
            <pc:docMk/>
            <pc:sldMk cId="2206479791" sldId="267"/>
            <ac:spMk id="17" creationId="{D13CE1DE-D210-C7A2-61C0-FF7B6B511F8A}"/>
          </ac:spMkLst>
        </pc:spChg>
      </pc:sldChg>
      <pc:sldChg chg="addSp delSp modSp mod">
        <pc:chgData name="Harsha Vardhan" userId="51c1f197de70b828" providerId="LiveId" clId="{DE310B51-CC64-4D6E-8F4C-93006508D9ED}" dt="2026-09-15T11:52:39.344" v="552" actId="12"/>
        <pc:sldMkLst>
          <pc:docMk/>
          <pc:sldMk cId="3421589044" sldId="268"/>
        </pc:sldMkLst>
        <pc:spChg chg="mod">
          <ac:chgData name="Harsha Vardhan" userId="51c1f197de70b828" providerId="LiveId" clId="{DE310B51-CC64-4D6E-8F4C-93006508D9ED}" dt="2026-09-15T09:41:32.761" v="339"/>
          <ac:spMkLst>
            <pc:docMk/>
            <pc:sldMk cId="3421589044" sldId="268"/>
            <ac:spMk id="2" creationId="{50EC79EE-C1C4-E275-0987-67B7B3A60CCB}"/>
          </ac:spMkLst>
        </pc:spChg>
        <pc:spChg chg="mod">
          <ac:chgData name="Harsha Vardhan" userId="51c1f197de70b828" providerId="LiveId" clId="{DE310B51-CC64-4D6E-8F4C-93006508D9ED}" dt="2026-09-15T11:11:35.147" v="412" actId="255"/>
          <ac:spMkLst>
            <pc:docMk/>
            <pc:sldMk cId="3421589044" sldId="268"/>
            <ac:spMk id="6" creationId="{00000000-0000-0000-0000-000000000000}"/>
          </ac:spMkLst>
        </pc:spChg>
        <pc:spChg chg="del mod">
          <ac:chgData name="Harsha Vardhan" userId="51c1f197de70b828" providerId="LiveId" clId="{DE310B51-CC64-4D6E-8F4C-93006508D9ED}" dt="2026-09-15T11:39:13.737" v="495" actId="478"/>
          <ac:spMkLst>
            <pc:docMk/>
            <pc:sldMk cId="3421589044" sldId="268"/>
            <ac:spMk id="7" creationId="{00000000-0000-0000-0000-000000000000}"/>
          </ac:spMkLst>
        </pc:spChg>
        <pc:spChg chg="add mod">
          <ac:chgData name="Harsha Vardhan" userId="51c1f197de70b828" providerId="LiveId" clId="{DE310B51-CC64-4D6E-8F4C-93006508D9ED}" dt="2026-09-15T11:40:01.316" v="507" actId="1076"/>
          <ac:spMkLst>
            <pc:docMk/>
            <pc:sldMk cId="3421589044" sldId="268"/>
            <ac:spMk id="10" creationId="{B47D873F-2675-48FA-9F7E-A1E8E42159F4}"/>
          </ac:spMkLst>
        </pc:spChg>
        <pc:spChg chg="add mod">
          <ac:chgData name="Harsha Vardhan" userId="51c1f197de70b828" providerId="LiveId" clId="{DE310B51-CC64-4D6E-8F4C-93006508D9ED}" dt="2026-09-15T11:52:39.344" v="552" actId="12"/>
          <ac:spMkLst>
            <pc:docMk/>
            <pc:sldMk cId="3421589044" sldId="268"/>
            <ac:spMk id="12" creationId="{02B823EA-D7D1-B9C2-D833-FBB1F128A9AC}"/>
          </ac:spMkLst>
        </pc:spChg>
        <pc:spChg chg="mod">
          <ac:chgData name="Harsha Vardhan" userId="51c1f197de70b828" providerId="LiveId" clId="{DE310B51-CC64-4D6E-8F4C-93006508D9ED}" dt="2026-09-15T11:22:19.357" v="424"/>
          <ac:spMkLst>
            <pc:docMk/>
            <pc:sldMk cId="3421589044" sldId="268"/>
            <ac:spMk id="14" creationId="{50EC79EE-C1C4-E275-0987-67B7B3A60CCB}"/>
          </ac:spMkLst>
        </pc:spChg>
        <pc:spChg chg="del">
          <ac:chgData name="Harsha Vardhan" userId="51c1f197de70b828" providerId="LiveId" clId="{DE310B51-CC64-4D6E-8F4C-93006508D9ED}" dt="2026-09-15T11:40:57.971" v="508" actId="478"/>
          <ac:spMkLst>
            <pc:docMk/>
            <pc:sldMk cId="3421589044" sldId="268"/>
            <ac:spMk id="18" creationId="{00000000-0000-0000-0000-000000000000}"/>
          </ac:spMkLst>
        </pc:spChg>
        <pc:spChg chg="mod">
          <ac:chgData name="Harsha Vardhan" userId="51c1f197de70b828" providerId="LiveId" clId="{DE310B51-CC64-4D6E-8F4C-93006508D9ED}" dt="2026-09-15T11:39:56.540" v="506" actId="1076"/>
          <ac:spMkLst>
            <pc:docMk/>
            <pc:sldMk cId="3421589044" sldId="268"/>
            <ac:spMk id="19" creationId="{00000000-0000-0000-0000-000000000000}"/>
          </ac:spMkLst>
        </pc:spChg>
      </pc:sldChg>
      <pc:sldChg chg="addSp modSp mod">
        <pc:chgData name="Harsha Vardhan" userId="51c1f197de70b828" providerId="LiveId" clId="{DE310B51-CC64-4D6E-8F4C-93006508D9ED}" dt="2026-09-15T11:44:03.081" v="538" actId="1076"/>
        <pc:sldMkLst>
          <pc:docMk/>
          <pc:sldMk cId="1218590561" sldId="269"/>
        </pc:sldMkLst>
        <pc:spChg chg="mod">
          <ac:chgData name="Harsha Vardhan" userId="51c1f197de70b828" providerId="LiveId" clId="{DE310B51-CC64-4D6E-8F4C-93006508D9ED}" dt="2026-09-15T09:41:35.996" v="340"/>
          <ac:spMkLst>
            <pc:docMk/>
            <pc:sldMk cId="1218590561" sldId="269"/>
            <ac:spMk id="2" creationId="{50EC79EE-C1C4-E275-0987-67B7B3A60CCB}"/>
          </ac:spMkLst>
        </pc:spChg>
        <pc:spChg chg="mod">
          <ac:chgData name="Harsha Vardhan" userId="51c1f197de70b828" providerId="LiveId" clId="{DE310B51-CC64-4D6E-8F4C-93006508D9ED}" dt="2026-09-15T11:11:44.523" v="414"/>
          <ac:spMkLst>
            <pc:docMk/>
            <pc:sldMk cId="1218590561" sldId="269"/>
            <ac:spMk id="6" creationId="{00000000-0000-0000-0000-000000000000}"/>
          </ac:spMkLst>
        </pc:spChg>
        <pc:spChg chg="add mod">
          <ac:chgData name="Harsha Vardhan" userId="51c1f197de70b828" providerId="LiveId" clId="{DE310B51-CC64-4D6E-8F4C-93006508D9ED}" dt="2026-09-15T11:44:03.081" v="538" actId="1076"/>
          <ac:spMkLst>
            <pc:docMk/>
            <pc:sldMk cId="1218590561" sldId="269"/>
            <ac:spMk id="7" creationId="{1CD3A0C9-1232-2321-5566-DFD4F576ABFD}"/>
          </ac:spMkLst>
        </pc:spChg>
        <pc:spChg chg="mod">
          <ac:chgData name="Harsha Vardhan" userId="51c1f197de70b828" providerId="LiveId" clId="{DE310B51-CC64-4D6E-8F4C-93006508D9ED}" dt="2026-09-15T11:22:21.340" v="425"/>
          <ac:spMkLst>
            <pc:docMk/>
            <pc:sldMk cId="1218590561" sldId="269"/>
            <ac:spMk id="14" creationId="{50EC79EE-C1C4-E275-0987-67B7B3A60CCB}"/>
          </ac:spMkLst>
        </pc:spChg>
      </pc:sldChg>
      <pc:sldChg chg="modSp">
        <pc:chgData name="Harsha Vardhan" userId="51c1f197de70b828" providerId="LiveId" clId="{DE310B51-CC64-4D6E-8F4C-93006508D9ED}" dt="2026-09-15T11:22:23.329" v="426"/>
        <pc:sldMkLst>
          <pc:docMk/>
          <pc:sldMk cId="2669012009" sldId="270"/>
        </pc:sldMkLst>
        <pc:spChg chg="mod">
          <ac:chgData name="Harsha Vardhan" userId="51c1f197de70b828" providerId="LiveId" clId="{DE310B51-CC64-4D6E-8F4C-93006508D9ED}" dt="2026-09-15T09:41:39.041" v="341"/>
          <ac:spMkLst>
            <pc:docMk/>
            <pc:sldMk cId="2669012009" sldId="270"/>
            <ac:spMk id="2" creationId="{50EC79EE-C1C4-E275-0987-67B7B3A60CCB}"/>
          </ac:spMkLst>
        </pc:spChg>
        <pc:spChg chg="mod">
          <ac:chgData name="Harsha Vardhan" userId="51c1f197de70b828" providerId="LiveId" clId="{DE310B51-CC64-4D6E-8F4C-93006508D9ED}" dt="2026-09-15T11:22:23.329" v="426"/>
          <ac:spMkLst>
            <pc:docMk/>
            <pc:sldMk cId="2669012009" sldId="270"/>
            <ac:spMk id="14" creationId="{50EC79EE-C1C4-E275-0987-67B7B3A60CCB}"/>
          </ac:spMkLst>
        </pc:spChg>
      </pc:sldChg>
      <pc:sldChg chg="modSp">
        <pc:chgData name="Harsha Vardhan" userId="51c1f197de70b828" providerId="LiveId" clId="{DE310B51-CC64-4D6E-8F4C-93006508D9ED}" dt="2026-09-15T11:22:25.242" v="427"/>
        <pc:sldMkLst>
          <pc:docMk/>
          <pc:sldMk cId="3981910421" sldId="271"/>
        </pc:sldMkLst>
        <pc:spChg chg="mod">
          <ac:chgData name="Harsha Vardhan" userId="51c1f197de70b828" providerId="LiveId" clId="{DE310B51-CC64-4D6E-8F4C-93006508D9ED}" dt="2026-09-15T09:41:41.870" v="342"/>
          <ac:spMkLst>
            <pc:docMk/>
            <pc:sldMk cId="3981910421" sldId="271"/>
            <ac:spMk id="2" creationId="{50EC79EE-C1C4-E275-0987-67B7B3A60CCB}"/>
          </ac:spMkLst>
        </pc:spChg>
        <pc:spChg chg="mod">
          <ac:chgData name="Harsha Vardhan" userId="51c1f197de70b828" providerId="LiveId" clId="{DE310B51-CC64-4D6E-8F4C-93006508D9ED}" dt="2026-09-15T11:22:25.242" v="427"/>
          <ac:spMkLst>
            <pc:docMk/>
            <pc:sldMk cId="3981910421" sldId="271"/>
            <ac:spMk id="14" creationId="{50EC79EE-C1C4-E275-0987-67B7B3A60CCB}"/>
          </ac:spMkLst>
        </pc:spChg>
      </pc:sldChg>
      <pc:sldChg chg="modSp">
        <pc:chgData name="Harsha Vardhan" userId="51c1f197de70b828" providerId="LiveId" clId="{DE310B51-CC64-4D6E-8F4C-93006508D9ED}" dt="2026-09-15T11:22:26.837" v="428"/>
        <pc:sldMkLst>
          <pc:docMk/>
          <pc:sldMk cId="3167751405" sldId="272"/>
        </pc:sldMkLst>
        <pc:spChg chg="mod">
          <ac:chgData name="Harsha Vardhan" userId="51c1f197de70b828" providerId="LiveId" clId="{DE310B51-CC64-4D6E-8F4C-93006508D9ED}" dt="2026-09-15T09:41:45.654" v="343"/>
          <ac:spMkLst>
            <pc:docMk/>
            <pc:sldMk cId="3167751405" sldId="272"/>
            <ac:spMk id="2" creationId="{50EC79EE-C1C4-E275-0987-67B7B3A60CCB}"/>
          </ac:spMkLst>
        </pc:spChg>
        <pc:spChg chg="mod">
          <ac:chgData name="Harsha Vardhan" userId="51c1f197de70b828" providerId="LiveId" clId="{DE310B51-CC64-4D6E-8F4C-93006508D9ED}" dt="2026-09-15T11:22:26.837" v="428"/>
          <ac:spMkLst>
            <pc:docMk/>
            <pc:sldMk cId="3167751405" sldId="272"/>
            <ac:spMk id="14" creationId="{50EC79EE-C1C4-E275-0987-67B7B3A60CCB}"/>
          </ac:spMkLst>
        </pc:spChg>
      </pc:sldChg>
      <pc:sldChg chg="modSp">
        <pc:chgData name="Harsha Vardhan" userId="51c1f197de70b828" providerId="LiveId" clId="{DE310B51-CC64-4D6E-8F4C-93006508D9ED}" dt="2026-09-15T11:22:28.519" v="429"/>
        <pc:sldMkLst>
          <pc:docMk/>
          <pc:sldMk cId="1753889930" sldId="273"/>
        </pc:sldMkLst>
        <pc:spChg chg="mod">
          <ac:chgData name="Harsha Vardhan" userId="51c1f197de70b828" providerId="LiveId" clId="{DE310B51-CC64-4D6E-8F4C-93006508D9ED}" dt="2026-09-15T09:41:49.130" v="344"/>
          <ac:spMkLst>
            <pc:docMk/>
            <pc:sldMk cId="1753889930" sldId="273"/>
            <ac:spMk id="2" creationId="{50EC79EE-C1C4-E275-0987-67B7B3A60CCB}"/>
          </ac:spMkLst>
        </pc:spChg>
        <pc:spChg chg="mod">
          <ac:chgData name="Harsha Vardhan" userId="51c1f197de70b828" providerId="LiveId" clId="{DE310B51-CC64-4D6E-8F4C-93006508D9ED}" dt="2026-09-15T11:22:28.519" v="429"/>
          <ac:spMkLst>
            <pc:docMk/>
            <pc:sldMk cId="1753889930" sldId="273"/>
            <ac:spMk id="14" creationId="{50EC79EE-C1C4-E275-0987-67B7B3A60CCB}"/>
          </ac:spMkLst>
        </pc:spChg>
      </pc:sldChg>
      <pc:sldChg chg="modSp">
        <pc:chgData name="Harsha Vardhan" userId="51c1f197de70b828" providerId="LiveId" clId="{DE310B51-CC64-4D6E-8F4C-93006508D9ED}" dt="2026-09-15T11:22:30.127" v="430"/>
        <pc:sldMkLst>
          <pc:docMk/>
          <pc:sldMk cId="16602159" sldId="274"/>
        </pc:sldMkLst>
        <pc:spChg chg="mod">
          <ac:chgData name="Harsha Vardhan" userId="51c1f197de70b828" providerId="LiveId" clId="{DE310B51-CC64-4D6E-8F4C-93006508D9ED}" dt="2026-09-15T09:42:09.134" v="348"/>
          <ac:spMkLst>
            <pc:docMk/>
            <pc:sldMk cId="16602159" sldId="274"/>
            <ac:spMk id="2" creationId="{50EC79EE-C1C4-E275-0987-67B7B3A60CCB}"/>
          </ac:spMkLst>
        </pc:spChg>
        <pc:spChg chg="mod">
          <ac:chgData name="Harsha Vardhan" userId="51c1f197de70b828" providerId="LiveId" clId="{DE310B51-CC64-4D6E-8F4C-93006508D9ED}" dt="2026-09-15T11:22:30.127" v="430"/>
          <ac:spMkLst>
            <pc:docMk/>
            <pc:sldMk cId="16602159" sldId="274"/>
            <ac:spMk id="14" creationId="{50EC79EE-C1C4-E275-0987-67B7B3A60CCB}"/>
          </ac:spMkLst>
        </pc:spChg>
      </pc:sldChg>
      <pc:sldChg chg="modSp">
        <pc:chgData name="Harsha Vardhan" userId="51c1f197de70b828" providerId="LiveId" clId="{DE310B51-CC64-4D6E-8F4C-93006508D9ED}" dt="2026-09-15T11:22:31.858" v="431"/>
        <pc:sldMkLst>
          <pc:docMk/>
          <pc:sldMk cId="1997796925" sldId="275"/>
        </pc:sldMkLst>
        <pc:spChg chg="mod">
          <ac:chgData name="Harsha Vardhan" userId="51c1f197de70b828" providerId="LiveId" clId="{DE310B51-CC64-4D6E-8F4C-93006508D9ED}" dt="2026-09-15T09:42:13.222" v="349"/>
          <ac:spMkLst>
            <pc:docMk/>
            <pc:sldMk cId="1997796925" sldId="275"/>
            <ac:spMk id="2" creationId="{50EC79EE-C1C4-E275-0987-67B7B3A60CCB}"/>
          </ac:spMkLst>
        </pc:spChg>
        <pc:spChg chg="mod">
          <ac:chgData name="Harsha Vardhan" userId="51c1f197de70b828" providerId="LiveId" clId="{DE310B51-CC64-4D6E-8F4C-93006508D9ED}" dt="2026-09-15T11:22:31.858" v="431"/>
          <ac:spMkLst>
            <pc:docMk/>
            <pc:sldMk cId="1997796925" sldId="275"/>
            <ac:spMk id="14" creationId="{50EC79EE-C1C4-E275-0987-67B7B3A60CCB}"/>
          </ac:spMkLst>
        </pc:spChg>
      </pc:sldChg>
      <pc:sldChg chg="modSp">
        <pc:chgData name="Harsha Vardhan" userId="51c1f197de70b828" providerId="LiveId" clId="{DE310B51-CC64-4D6E-8F4C-93006508D9ED}" dt="2026-09-15T11:22:35.538" v="432"/>
        <pc:sldMkLst>
          <pc:docMk/>
          <pc:sldMk cId="204099432" sldId="276"/>
        </pc:sldMkLst>
        <pc:spChg chg="mod">
          <ac:chgData name="Harsha Vardhan" userId="51c1f197de70b828" providerId="LiveId" clId="{DE310B51-CC64-4D6E-8F4C-93006508D9ED}" dt="2026-09-15T09:42:16.755" v="350"/>
          <ac:spMkLst>
            <pc:docMk/>
            <pc:sldMk cId="204099432" sldId="276"/>
            <ac:spMk id="2" creationId="{50EC79EE-C1C4-E275-0987-67B7B3A60CCB}"/>
          </ac:spMkLst>
        </pc:spChg>
        <pc:spChg chg="mod">
          <ac:chgData name="Harsha Vardhan" userId="51c1f197de70b828" providerId="LiveId" clId="{DE310B51-CC64-4D6E-8F4C-93006508D9ED}" dt="2026-09-15T11:22:35.538" v="432"/>
          <ac:spMkLst>
            <pc:docMk/>
            <pc:sldMk cId="204099432" sldId="276"/>
            <ac:spMk id="14" creationId="{50EC79EE-C1C4-E275-0987-67B7B3A60CCB}"/>
          </ac:spMkLst>
        </pc:spChg>
      </pc:sldChg>
      <pc:sldChg chg="modSp">
        <pc:chgData name="Harsha Vardhan" userId="51c1f197de70b828" providerId="LiveId" clId="{DE310B51-CC64-4D6E-8F4C-93006508D9ED}" dt="2026-09-15T11:22:46.098" v="433"/>
        <pc:sldMkLst>
          <pc:docMk/>
          <pc:sldMk cId="877517800" sldId="277"/>
        </pc:sldMkLst>
        <pc:spChg chg="mod">
          <ac:chgData name="Harsha Vardhan" userId="51c1f197de70b828" providerId="LiveId" clId="{DE310B51-CC64-4D6E-8F4C-93006508D9ED}" dt="2026-09-15T09:42:21.495" v="351"/>
          <ac:spMkLst>
            <pc:docMk/>
            <pc:sldMk cId="877517800" sldId="277"/>
            <ac:spMk id="2" creationId="{50EC79EE-C1C4-E275-0987-67B7B3A60CCB}"/>
          </ac:spMkLst>
        </pc:spChg>
        <pc:spChg chg="mod">
          <ac:chgData name="Harsha Vardhan" userId="51c1f197de70b828" providerId="LiveId" clId="{DE310B51-CC64-4D6E-8F4C-93006508D9ED}" dt="2026-09-15T11:22:46.098" v="433"/>
          <ac:spMkLst>
            <pc:docMk/>
            <pc:sldMk cId="877517800" sldId="277"/>
            <ac:spMk id="14" creationId="{50EC79EE-C1C4-E275-0987-67B7B3A60CCB}"/>
          </ac:spMkLst>
        </pc:spChg>
      </pc:sldChg>
      <pc:sldChg chg="modSp">
        <pc:chgData name="Harsha Vardhan" userId="51c1f197de70b828" providerId="LiveId" clId="{DE310B51-CC64-4D6E-8F4C-93006508D9ED}" dt="2026-09-15T11:22:48.089" v="434"/>
        <pc:sldMkLst>
          <pc:docMk/>
          <pc:sldMk cId="2598163807" sldId="278"/>
        </pc:sldMkLst>
        <pc:spChg chg="mod">
          <ac:chgData name="Harsha Vardhan" userId="51c1f197de70b828" providerId="LiveId" clId="{DE310B51-CC64-4D6E-8F4C-93006508D9ED}" dt="2026-09-15T09:42:26.121" v="352"/>
          <ac:spMkLst>
            <pc:docMk/>
            <pc:sldMk cId="2598163807" sldId="278"/>
            <ac:spMk id="2" creationId="{50EC79EE-C1C4-E275-0987-67B7B3A60CCB}"/>
          </ac:spMkLst>
        </pc:spChg>
        <pc:spChg chg="mod">
          <ac:chgData name="Harsha Vardhan" userId="51c1f197de70b828" providerId="LiveId" clId="{DE310B51-CC64-4D6E-8F4C-93006508D9ED}" dt="2026-09-15T11:22:48.089" v="434"/>
          <ac:spMkLst>
            <pc:docMk/>
            <pc:sldMk cId="2598163807" sldId="278"/>
            <ac:spMk id="14" creationId="{50EC79EE-C1C4-E275-0987-67B7B3A60CCB}"/>
          </ac:spMkLst>
        </pc:spChg>
      </pc:sldChg>
      <pc:sldChg chg="modSp">
        <pc:chgData name="Harsha Vardhan" userId="51c1f197de70b828" providerId="LiveId" clId="{DE310B51-CC64-4D6E-8F4C-93006508D9ED}" dt="2026-09-15T11:22:51.323" v="435"/>
        <pc:sldMkLst>
          <pc:docMk/>
          <pc:sldMk cId="3867205494" sldId="279"/>
        </pc:sldMkLst>
        <pc:spChg chg="mod">
          <ac:chgData name="Harsha Vardhan" userId="51c1f197de70b828" providerId="LiveId" clId="{DE310B51-CC64-4D6E-8F4C-93006508D9ED}" dt="2026-09-15T09:42:29.764" v="353"/>
          <ac:spMkLst>
            <pc:docMk/>
            <pc:sldMk cId="3867205494" sldId="279"/>
            <ac:spMk id="2" creationId="{50EC79EE-C1C4-E275-0987-67B7B3A60CCB}"/>
          </ac:spMkLst>
        </pc:spChg>
        <pc:spChg chg="mod">
          <ac:chgData name="Harsha Vardhan" userId="51c1f197de70b828" providerId="LiveId" clId="{DE310B51-CC64-4D6E-8F4C-93006508D9ED}" dt="2026-09-15T11:22:51.323" v="435"/>
          <ac:spMkLst>
            <pc:docMk/>
            <pc:sldMk cId="3867205494" sldId="279"/>
            <ac:spMk id="14" creationId="{50EC79EE-C1C4-E275-0987-67B7B3A60CCB}"/>
          </ac:spMkLst>
        </pc:spChg>
      </pc:sldChg>
      <pc:sldChg chg="modSp">
        <pc:chgData name="Harsha Vardhan" userId="51c1f197de70b828" providerId="LiveId" clId="{DE310B51-CC64-4D6E-8F4C-93006508D9ED}" dt="2026-09-15T11:22:53.456" v="436"/>
        <pc:sldMkLst>
          <pc:docMk/>
          <pc:sldMk cId="1085858801" sldId="280"/>
        </pc:sldMkLst>
        <pc:spChg chg="mod">
          <ac:chgData name="Harsha Vardhan" userId="51c1f197de70b828" providerId="LiveId" clId="{DE310B51-CC64-4D6E-8F4C-93006508D9ED}" dt="2026-09-15T09:42:32.614" v="354"/>
          <ac:spMkLst>
            <pc:docMk/>
            <pc:sldMk cId="1085858801" sldId="280"/>
            <ac:spMk id="2" creationId="{50EC79EE-C1C4-E275-0987-67B7B3A60CCB}"/>
          </ac:spMkLst>
        </pc:spChg>
        <pc:spChg chg="mod">
          <ac:chgData name="Harsha Vardhan" userId="51c1f197de70b828" providerId="LiveId" clId="{DE310B51-CC64-4D6E-8F4C-93006508D9ED}" dt="2026-09-15T11:22:53.456" v="436"/>
          <ac:spMkLst>
            <pc:docMk/>
            <pc:sldMk cId="1085858801" sldId="280"/>
            <ac:spMk id="14" creationId="{50EC79EE-C1C4-E275-0987-67B7B3A60CCB}"/>
          </ac:spMkLst>
        </pc:spChg>
      </pc:sldChg>
      <pc:sldChg chg="modSp">
        <pc:chgData name="Harsha Vardhan" userId="51c1f197de70b828" providerId="LiveId" clId="{DE310B51-CC64-4D6E-8F4C-93006508D9ED}" dt="2026-09-15T11:22:56.293" v="437"/>
        <pc:sldMkLst>
          <pc:docMk/>
          <pc:sldMk cId="1322043793" sldId="281"/>
        </pc:sldMkLst>
        <pc:spChg chg="mod">
          <ac:chgData name="Harsha Vardhan" userId="51c1f197de70b828" providerId="LiveId" clId="{DE310B51-CC64-4D6E-8F4C-93006508D9ED}" dt="2026-09-15T09:42:37.180" v="355"/>
          <ac:spMkLst>
            <pc:docMk/>
            <pc:sldMk cId="1322043793" sldId="281"/>
            <ac:spMk id="2" creationId="{50EC79EE-C1C4-E275-0987-67B7B3A60CCB}"/>
          </ac:spMkLst>
        </pc:spChg>
        <pc:spChg chg="mod">
          <ac:chgData name="Harsha Vardhan" userId="51c1f197de70b828" providerId="LiveId" clId="{DE310B51-CC64-4D6E-8F4C-93006508D9ED}" dt="2026-09-15T11:22:56.293" v="437"/>
          <ac:spMkLst>
            <pc:docMk/>
            <pc:sldMk cId="1322043793" sldId="281"/>
            <ac:spMk id="14" creationId="{50EC79EE-C1C4-E275-0987-67B7B3A60C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extLst>
      <p:ext uri="{BB962C8B-B14F-4D97-AF65-F5344CB8AC3E}">
        <p14:creationId xmlns:p14="http://schemas.microsoft.com/office/powerpoint/2010/main" val="133787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extLst>
      <p:ext uri="{BB962C8B-B14F-4D97-AF65-F5344CB8AC3E}">
        <p14:creationId xmlns:p14="http://schemas.microsoft.com/office/powerpoint/2010/main" val="109264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extLst>
      <p:ext uri="{BB962C8B-B14F-4D97-AF65-F5344CB8AC3E}">
        <p14:creationId xmlns:p14="http://schemas.microsoft.com/office/powerpoint/2010/main" val="152724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a:t>
            </a:fld>
            <a:endParaRPr lang="en-IN"/>
          </a:p>
        </p:txBody>
      </p:sp>
    </p:spTree>
    <p:extLst>
      <p:ext uri="{BB962C8B-B14F-4D97-AF65-F5344CB8AC3E}">
        <p14:creationId xmlns:p14="http://schemas.microsoft.com/office/powerpoint/2010/main" val="3004057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4</a:t>
            </a:fld>
            <a:endParaRPr lang="en-IN"/>
          </a:p>
        </p:txBody>
      </p:sp>
    </p:spTree>
    <p:extLst>
      <p:ext uri="{BB962C8B-B14F-4D97-AF65-F5344CB8AC3E}">
        <p14:creationId xmlns:p14="http://schemas.microsoft.com/office/powerpoint/2010/main" val="134001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5</a:t>
            </a:fld>
            <a:endParaRPr lang="en-IN"/>
          </a:p>
        </p:txBody>
      </p:sp>
    </p:spTree>
    <p:extLst>
      <p:ext uri="{BB962C8B-B14F-4D97-AF65-F5344CB8AC3E}">
        <p14:creationId xmlns:p14="http://schemas.microsoft.com/office/powerpoint/2010/main" val="1528908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368948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1547607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extLst>
      <p:ext uri="{BB962C8B-B14F-4D97-AF65-F5344CB8AC3E}">
        <p14:creationId xmlns:p14="http://schemas.microsoft.com/office/powerpoint/2010/main" val="189483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extLst>
      <p:ext uri="{BB962C8B-B14F-4D97-AF65-F5344CB8AC3E}">
        <p14:creationId xmlns:p14="http://schemas.microsoft.com/office/powerpoint/2010/main" val="2311426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extLst>
      <p:ext uri="{BB962C8B-B14F-4D97-AF65-F5344CB8AC3E}">
        <p14:creationId xmlns:p14="http://schemas.microsoft.com/office/powerpoint/2010/main" val="251725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extLst>
      <p:ext uri="{BB962C8B-B14F-4D97-AF65-F5344CB8AC3E}">
        <p14:creationId xmlns:p14="http://schemas.microsoft.com/office/powerpoint/2010/main" val="744938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extLst>
      <p:ext uri="{BB962C8B-B14F-4D97-AF65-F5344CB8AC3E}">
        <p14:creationId xmlns:p14="http://schemas.microsoft.com/office/powerpoint/2010/main" val="1449614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13</a:t>
            </a:fld>
            <a:endParaRPr lang="en-IN"/>
          </a:p>
        </p:txBody>
      </p:sp>
    </p:spTree>
    <p:extLst>
      <p:ext uri="{BB962C8B-B14F-4D97-AF65-F5344CB8AC3E}">
        <p14:creationId xmlns:p14="http://schemas.microsoft.com/office/powerpoint/2010/main" val="305899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14</a:t>
            </a:fld>
            <a:endParaRPr lang="en-IN"/>
          </a:p>
        </p:txBody>
      </p:sp>
    </p:spTree>
    <p:extLst>
      <p:ext uri="{BB962C8B-B14F-4D97-AF65-F5344CB8AC3E}">
        <p14:creationId xmlns:p14="http://schemas.microsoft.com/office/powerpoint/2010/main" val="358189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15</a:t>
            </a:fld>
            <a:endParaRPr lang="en-IN"/>
          </a:p>
        </p:txBody>
      </p:sp>
    </p:spTree>
    <p:extLst>
      <p:ext uri="{BB962C8B-B14F-4D97-AF65-F5344CB8AC3E}">
        <p14:creationId xmlns:p14="http://schemas.microsoft.com/office/powerpoint/2010/main" val="329621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16</a:t>
            </a:fld>
            <a:endParaRPr lang="en-IN"/>
          </a:p>
        </p:txBody>
      </p:sp>
    </p:spTree>
    <p:extLst>
      <p:ext uri="{BB962C8B-B14F-4D97-AF65-F5344CB8AC3E}">
        <p14:creationId xmlns:p14="http://schemas.microsoft.com/office/powerpoint/2010/main" val="58169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17</a:t>
            </a:fld>
            <a:endParaRPr lang="en-IN"/>
          </a:p>
        </p:txBody>
      </p:sp>
    </p:spTree>
    <p:extLst>
      <p:ext uri="{BB962C8B-B14F-4D97-AF65-F5344CB8AC3E}">
        <p14:creationId xmlns:p14="http://schemas.microsoft.com/office/powerpoint/2010/main" val="421233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18</a:t>
            </a:fld>
            <a:endParaRPr lang="en-IN"/>
          </a:p>
        </p:txBody>
      </p:sp>
    </p:spTree>
    <p:extLst>
      <p:ext uri="{BB962C8B-B14F-4D97-AF65-F5344CB8AC3E}">
        <p14:creationId xmlns:p14="http://schemas.microsoft.com/office/powerpoint/2010/main" val="80241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19</a:t>
            </a:fld>
            <a:endParaRPr lang="en-IN"/>
          </a:p>
        </p:txBody>
      </p:sp>
    </p:spTree>
    <p:extLst>
      <p:ext uri="{BB962C8B-B14F-4D97-AF65-F5344CB8AC3E}">
        <p14:creationId xmlns:p14="http://schemas.microsoft.com/office/powerpoint/2010/main" val="342913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34E-BF6C-2CFD-16E9-84EA6172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280B7E-AAA9-C962-786B-78A0B50E6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2E0A7F-5868-6266-DF6E-1BBFCC073A0F}"/>
              </a:ext>
            </a:extLst>
          </p:cNvPr>
          <p:cNvSpPr>
            <a:spLocks noGrp="1"/>
          </p:cNvSpPr>
          <p:nvPr>
            <p:ph type="dt" sz="half" idx="10"/>
          </p:nvPr>
        </p:nvSpPr>
        <p:spPr/>
        <p:txBody>
          <a:bodyPr/>
          <a:lstStyle/>
          <a:p>
            <a:fld id="{6F881051-4A15-4975-B283-5AE4382EA000}" type="datetime1">
              <a:rPr lang="en-IN" smtClean="0"/>
              <a:t>15-09-2026</a:t>
            </a:fld>
            <a:endParaRPr lang="en-IN"/>
          </a:p>
        </p:txBody>
      </p:sp>
      <p:sp>
        <p:nvSpPr>
          <p:cNvPr id="5" name="Footer Placeholder 4">
            <a:extLst>
              <a:ext uri="{FF2B5EF4-FFF2-40B4-BE49-F238E27FC236}">
                <a16:creationId xmlns:a16="http://schemas.microsoft.com/office/drawing/2014/main" id="{F7B2573E-23F6-BE97-E5F6-D90496C55B87}"/>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D7E5366-8A91-F195-6550-6C84F49F44A2}"/>
              </a:ext>
            </a:extLst>
          </p:cNvPr>
          <p:cNvSpPr>
            <a:spLocks noGrp="1"/>
          </p:cNvSpPr>
          <p:nvPr>
            <p:ph type="sldNum" sz="quarter" idx="12"/>
          </p:nvPr>
        </p:nvSpPr>
        <p:spPr/>
        <p:txBody>
          <a:bodyPr/>
          <a:lstStyle/>
          <a:p>
            <a:r>
              <a:rPr lang="en-IN" dirty="0"/>
              <a:t>Slide </a:t>
            </a:r>
            <a:fld id="{0F06A4E2-163B-4ABA-8562-AD05AC3F17C5}" type="slidenum">
              <a:rPr lang="en-IN" smtClean="0"/>
              <a:pPr/>
              <a:t>‹#›</a:t>
            </a:fld>
            <a:r>
              <a:rPr lang="en-IN" dirty="0"/>
              <a:t> 75</a:t>
            </a:r>
          </a:p>
        </p:txBody>
      </p:sp>
    </p:spTree>
    <p:extLst>
      <p:ext uri="{BB962C8B-B14F-4D97-AF65-F5344CB8AC3E}">
        <p14:creationId xmlns:p14="http://schemas.microsoft.com/office/powerpoint/2010/main" val="17875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E308-5323-AE5D-6FA7-ED71A6BAE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A451D-BD97-7FD0-FF0C-A5112C679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1E600-3BBF-7179-64F8-7BF678584D79}"/>
              </a:ext>
            </a:extLst>
          </p:cNvPr>
          <p:cNvSpPr>
            <a:spLocks noGrp="1"/>
          </p:cNvSpPr>
          <p:nvPr>
            <p:ph type="dt" sz="half" idx="10"/>
          </p:nvPr>
        </p:nvSpPr>
        <p:spPr/>
        <p:txBody>
          <a:bodyPr/>
          <a:lstStyle/>
          <a:p>
            <a:fld id="{448024DB-6B9A-4615-862D-DCC9162E1D46}" type="datetime1">
              <a:rPr lang="en-IN" smtClean="0"/>
              <a:t>15-09-2026</a:t>
            </a:fld>
            <a:endParaRPr lang="en-IN"/>
          </a:p>
        </p:txBody>
      </p:sp>
      <p:sp>
        <p:nvSpPr>
          <p:cNvPr id="5" name="Footer Placeholder 4">
            <a:extLst>
              <a:ext uri="{FF2B5EF4-FFF2-40B4-BE49-F238E27FC236}">
                <a16:creationId xmlns:a16="http://schemas.microsoft.com/office/drawing/2014/main" id="{B5A049D0-589B-356A-C132-17EC1259BAA1}"/>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ADB78BB-28AC-EA14-DC42-29260E08FF3D}"/>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9461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07D0-82DE-FA4A-EADB-1BEC487A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8600A5-5C2C-00C3-916A-DF6214BB9F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B2F5CE-74CC-CF22-710E-082B7D801E88}"/>
              </a:ext>
            </a:extLst>
          </p:cNvPr>
          <p:cNvSpPr>
            <a:spLocks noGrp="1"/>
          </p:cNvSpPr>
          <p:nvPr>
            <p:ph type="dt" sz="half" idx="10"/>
          </p:nvPr>
        </p:nvSpPr>
        <p:spPr/>
        <p:txBody>
          <a:bodyPr/>
          <a:lstStyle/>
          <a:p>
            <a:fld id="{456FCEB4-FD16-4B07-9207-FB300F7B14E0}" type="datetime1">
              <a:rPr lang="en-IN" smtClean="0"/>
              <a:t>15-09-2026</a:t>
            </a:fld>
            <a:endParaRPr lang="en-IN"/>
          </a:p>
        </p:txBody>
      </p:sp>
      <p:sp>
        <p:nvSpPr>
          <p:cNvPr id="5" name="Footer Placeholder 4">
            <a:extLst>
              <a:ext uri="{FF2B5EF4-FFF2-40B4-BE49-F238E27FC236}">
                <a16:creationId xmlns:a16="http://schemas.microsoft.com/office/drawing/2014/main" id="{148AAAD5-EBF3-6851-32E4-D4FBA96C1FDB}"/>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05573601-9A03-2F15-2F0A-327D55FFD25C}"/>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00187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6E04-DE19-84EF-6EAD-5E68D54F7A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136FCB-7A4F-B695-D2E9-54090A944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EC53CD-6C00-99BA-5BD0-0E766D390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A650DD-602A-CC85-5499-22E0FF3010F3}"/>
              </a:ext>
            </a:extLst>
          </p:cNvPr>
          <p:cNvSpPr>
            <a:spLocks noGrp="1"/>
          </p:cNvSpPr>
          <p:nvPr>
            <p:ph type="dt" sz="half" idx="10"/>
          </p:nvPr>
        </p:nvSpPr>
        <p:spPr/>
        <p:txBody>
          <a:bodyPr/>
          <a:lstStyle/>
          <a:p>
            <a:fld id="{76E49330-105E-4C2D-A945-D7CB0B65AA0D}" type="datetime1">
              <a:rPr lang="en-IN" smtClean="0"/>
              <a:t>15-09-2026</a:t>
            </a:fld>
            <a:endParaRPr lang="en-IN"/>
          </a:p>
        </p:txBody>
      </p:sp>
      <p:sp>
        <p:nvSpPr>
          <p:cNvPr id="6" name="Footer Placeholder 5">
            <a:extLst>
              <a:ext uri="{FF2B5EF4-FFF2-40B4-BE49-F238E27FC236}">
                <a16:creationId xmlns:a16="http://schemas.microsoft.com/office/drawing/2014/main" id="{EB49BBE1-B537-7E2E-C2C4-08845C67D111}"/>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3FF4B757-EF27-F899-BAF4-B18811737387}"/>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93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A2E0-9C62-08C2-AB3E-B35BC5C5A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222F9-75B3-17FE-C283-DD4BECA43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1EB91-21C0-BA49-75C9-60FD0E0EF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401927-DF5C-9C56-8562-7016E6572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9C59F2-F071-5440-8C46-00C73B7D0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961286-08BE-878F-F428-4DDDD6BC5679}"/>
              </a:ext>
            </a:extLst>
          </p:cNvPr>
          <p:cNvSpPr>
            <a:spLocks noGrp="1"/>
          </p:cNvSpPr>
          <p:nvPr>
            <p:ph type="dt" sz="half" idx="10"/>
          </p:nvPr>
        </p:nvSpPr>
        <p:spPr/>
        <p:txBody>
          <a:bodyPr/>
          <a:lstStyle/>
          <a:p>
            <a:fld id="{B7A2F794-44E1-4BEF-BC28-A1686AB91B35}" type="datetime1">
              <a:rPr lang="en-IN" smtClean="0"/>
              <a:t>15-09-2026</a:t>
            </a:fld>
            <a:endParaRPr lang="en-IN"/>
          </a:p>
        </p:txBody>
      </p:sp>
      <p:sp>
        <p:nvSpPr>
          <p:cNvPr id="8" name="Footer Placeholder 7">
            <a:extLst>
              <a:ext uri="{FF2B5EF4-FFF2-40B4-BE49-F238E27FC236}">
                <a16:creationId xmlns:a16="http://schemas.microsoft.com/office/drawing/2014/main" id="{811F68E0-6F17-B4CD-53C3-DFC164696B83}"/>
              </a:ext>
            </a:extLst>
          </p:cNvPr>
          <p:cNvSpPr>
            <a:spLocks noGrp="1"/>
          </p:cNvSpPr>
          <p:nvPr>
            <p:ph type="ftr" sz="quarter" idx="11"/>
          </p:nvPr>
        </p:nvSpPr>
        <p:spPr/>
        <p:txBody>
          <a:bodyPr/>
          <a:lstStyle/>
          <a:p>
            <a:r>
              <a:rPr lang="en-IN"/>
              <a:t>VVIT @ Dept. CSM</a:t>
            </a:r>
          </a:p>
        </p:txBody>
      </p:sp>
      <p:sp>
        <p:nvSpPr>
          <p:cNvPr id="9" name="Slide Number Placeholder 8">
            <a:extLst>
              <a:ext uri="{FF2B5EF4-FFF2-40B4-BE49-F238E27FC236}">
                <a16:creationId xmlns:a16="http://schemas.microsoft.com/office/drawing/2014/main" id="{41AC4CBA-01B5-C2C4-5335-B4EB35E5A07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24233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3B32-7417-39CF-B839-3EEB29A1C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6A2FE7-36B6-6E9C-5856-38F958DDB604}"/>
              </a:ext>
            </a:extLst>
          </p:cNvPr>
          <p:cNvSpPr>
            <a:spLocks noGrp="1"/>
          </p:cNvSpPr>
          <p:nvPr>
            <p:ph type="dt" sz="half" idx="10"/>
          </p:nvPr>
        </p:nvSpPr>
        <p:spPr/>
        <p:txBody>
          <a:bodyPr/>
          <a:lstStyle/>
          <a:p>
            <a:fld id="{D43309A1-C81B-427D-BCEA-27B741B28E1A}" type="datetime1">
              <a:rPr lang="en-IN" smtClean="0"/>
              <a:t>15-09-2026</a:t>
            </a:fld>
            <a:endParaRPr lang="en-IN"/>
          </a:p>
        </p:txBody>
      </p:sp>
      <p:sp>
        <p:nvSpPr>
          <p:cNvPr id="4" name="Footer Placeholder 3">
            <a:extLst>
              <a:ext uri="{FF2B5EF4-FFF2-40B4-BE49-F238E27FC236}">
                <a16:creationId xmlns:a16="http://schemas.microsoft.com/office/drawing/2014/main" id="{BDE31B30-D694-3C06-A324-C1D899945598}"/>
              </a:ext>
            </a:extLst>
          </p:cNvPr>
          <p:cNvSpPr>
            <a:spLocks noGrp="1"/>
          </p:cNvSpPr>
          <p:nvPr>
            <p:ph type="ftr" sz="quarter" idx="11"/>
          </p:nvPr>
        </p:nvSpPr>
        <p:spPr/>
        <p:txBody>
          <a:bodyPr/>
          <a:lstStyle/>
          <a:p>
            <a:r>
              <a:rPr lang="en-IN"/>
              <a:t>VVIT @ Dept. CSM</a:t>
            </a:r>
          </a:p>
        </p:txBody>
      </p:sp>
      <p:sp>
        <p:nvSpPr>
          <p:cNvPr id="5" name="Slide Number Placeholder 4">
            <a:extLst>
              <a:ext uri="{FF2B5EF4-FFF2-40B4-BE49-F238E27FC236}">
                <a16:creationId xmlns:a16="http://schemas.microsoft.com/office/drawing/2014/main" id="{291F9968-5814-8F57-EE5C-05F51ABB341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1253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244DA-A9F6-ED5C-2118-0A44894C883C}"/>
              </a:ext>
            </a:extLst>
          </p:cNvPr>
          <p:cNvSpPr>
            <a:spLocks noGrp="1"/>
          </p:cNvSpPr>
          <p:nvPr>
            <p:ph type="dt" sz="half" idx="10"/>
          </p:nvPr>
        </p:nvSpPr>
        <p:spPr/>
        <p:txBody>
          <a:bodyPr/>
          <a:lstStyle/>
          <a:p>
            <a:fld id="{3D6757F5-B3DD-41B2-8AD1-E2C7F01E8325}" type="datetime1">
              <a:rPr lang="en-IN" smtClean="0"/>
              <a:t>15-09-2026</a:t>
            </a:fld>
            <a:endParaRPr lang="en-IN"/>
          </a:p>
        </p:txBody>
      </p:sp>
      <p:sp>
        <p:nvSpPr>
          <p:cNvPr id="3" name="Footer Placeholder 2">
            <a:extLst>
              <a:ext uri="{FF2B5EF4-FFF2-40B4-BE49-F238E27FC236}">
                <a16:creationId xmlns:a16="http://schemas.microsoft.com/office/drawing/2014/main" id="{C7500EC8-C1AB-B577-EA4E-7D2E7D7F1C35}"/>
              </a:ext>
            </a:extLst>
          </p:cNvPr>
          <p:cNvSpPr>
            <a:spLocks noGrp="1"/>
          </p:cNvSpPr>
          <p:nvPr>
            <p:ph type="ftr" sz="quarter" idx="11"/>
          </p:nvPr>
        </p:nvSpPr>
        <p:spPr/>
        <p:txBody>
          <a:bodyPr/>
          <a:lstStyle/>
          <a:p>
            <a:r>
              <a:rPr lang="en-IN"/>
              <a:t>VVIT @ Dept. CSM</a:t>
            </a:r>
          </a:p>
        </p:txBody>
      </p:sp>
      <p:sp>
        <p:nvSpPr>
          <p:cNvPr id="4" name="Slide Number Placeholder 3">
            <a:extLst>
              <a:ext uri="{FF2B5EF4-FFF2-40B4-BE49-F238E27FC236}">
                <a16:creationId xmlns:a16="http://schemas.microsoft.com/office/drawing/2014/main" id="{0B839834-7C1C-DD95-00F7-1046CC02C973}"/>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29420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408B-6746-EBBF-A1B8-482E0D54E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DA8A51-0194-E201-F62E-7028F4490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ADF6D2-0007-C8C6-5E66-A73252FA5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9C60F-EE63-63C0-A3C9-201A1DEB63F4}"/>
              </a:ext>
            </a:extLst>
          </p:cNvPr>
          <p:cNvSpPr>
            <a:spLocks noGrp="1"/>
          </p:cNvSpPr>
          <p:nvPr>
            <p:ph type="dt" sz="half" idx="10"/>
          </p:nvPr>
        </p:nvSpPr>
        <p:spPr/>
        <p:txBody>
          <a:bodyPr/>
          <a:lstStyle/>
          <a:p>
            <a:fld id="{32632F12-6279-426C-8A42-8E638B69DA5E}" type="datetime1">
              <a:rPr lang="en-IN" smtClean="0"/>
              <a:t>15-09-2026</a:t>
            </a:fld>
            <a:endParaRPr lang="en-IN"/>
          </a:p>
        </p:txBody>
      </p:sp>
      <p:sp>
        <p:nvSpPr>
          <p:cNvPr id="6" name="Footer Placeholder 5">
            <a:extLst>
              <a:ext uri="{FF2B5EF4-FFF2-40B4-BE49-F238E27FC236}">
                <a16:creationId xmlns:a16="http://schemas.microsoft.com/office/drawing/2014/main" id="{71E88CB9-B2B4-DD3C-DF42-5FF8C80C0643}"/>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5B5FCC53-DC75-9AFB-03C5-B065AC50C1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4566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14FA-37B6-93A5-E0E8-E926B5368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0E05A2-0EA7-C30C-EFFA-E0B149436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B07175-07C8-0612-615D-57BF8C074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36AA1-2BD7-CB7C-1AA4-34D02985A83E}"/>
              </a:ext>
            </a:extLst>
          </p:cNvPr>
          <p:cNvSpPr>
            <a:spLocks noGrp="1"/>
          </p:cNvSpPr>
          <p:nvPr>
            <p:ph type="dt" sz="half" idx="10"/>
          </p:nvPr>
        </p:nvSpPr>
        <p:spPr/>
        <p:txBody>
          <a:bodyPr/>
          <a:lstStyle/>
          <a:p>
            <a:fld id="{2ABB4110-22B7-47D9-9F58-54C5B302AF6D}" type="datetime1">
              <a:rPr lang="en-IN" smtClean="0"/>
              <a:t>15-09-2026</a:t>
            </a:fld>
            <a:endParaRPr lang="en-IN"/>
          </a:p>
        </p:txBody>
      </p:sp>
      <p:sp>
        <p:nvSpPr>
          <p:cNvPr id="6" name="Footer Placeholder 5">
            <a:extLst>
              <a:ext uri="{FF2B5EF4-FFF2-40B4-BE49-F238E27FC236}">
                <a16:creationId xmlns:a16="http://schemas.microsoft.com/office/drawing/2014/main" id="{37CC2950-CA0B-091E-E2BA-A60E75FD6138}"/>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EB068AF4-0554-5223-D39A-DA1DC68D03CE}"/>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66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9AE2-374C-4EF3-9532-31D0CE1D4F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2E305-5684-04F7-337B-C867ECD39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44A89-E93B-DDA0-25FF-C2242EE97D80}"/>
              </a:ext>
            </a:extLst>
          </p:cNvPr>
          <p:cNvSpPr>
            <a:spLocks noGrp="1"/>
          </p:cNvSpPr>
          <p:nvPr>
            <p:ph type="dt" sz="half" idx="10"/>
          </p:nvPr>
        </p:nvSpPr>
        <p:spPr/>
        <p:txBody>
          <a:bodyPr/>
          <a:lstStyle/>
          <a:p>
            <a:fld id="{80575400-B1DF-4AF6-AB50-CBCE8962669C}" type="datetime1">
              <a:rPr lang="en-IN" smtClean="0"/>
              <a:t>15-09-2026</a:t>
            </a:fld>
            <a:endParaRPr lang="en-IN"/>
          </a:p>
        </p:txBody>
      </p:sp>
      <p:sp>
        <p:nvSpPr>
          <p:cNvPr id="5" name="Footer Placeholder 4">
            <a:extLst>
              <a:ext uri="{FF2B5EF4-FFF2-40B4-BE49-F238E27FC236}">
                <a16:creationId xmlns:a16="http://schemas.microsoft.com/office/drawing/2014/main" id="{CBDDB2AC-EE20-661D-48EC-09C572C9F8E2}"/>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DA2A3F4-0238-70CC-420E-0F280FECAE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6219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A41AF6-9AAD-E282-9DDD-E66CF88ADC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CF3A46-D4B7-3837-9A94-A663DE2A2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B33946-DFAA-48C8-71CA-3B2501710AE7}"/>
              </a:ext>
            </a:extLst>
          </p:cNvPr>
          <p:cNvSpPr>
            <a:spLocks noGrp="1"/>
          </p:cNvSpPr>
          <p:nvPr>
            <p:ph type="dt" sz="half" idx="10"/>
          </p:nvPr>
        </p:nvSpPr>
        <p:spPr/>
        <p:txBody>
          <a:bodyPr/>
          <a:lstStyle/>
          <a:p>
            <a:fld id="{E8A8D284-3CDB-49DE-A927-05878722C64F}" type="datetime1">
              <a:rPr lang="en-IN" smtClean="0"/>
              <a:t>15-09-2026</a:t>
            </a:fld>
            <a:endParaRPr lang="en-IN"/>
          </a:p>
        </p:txBody>
      </p:sp>
      <p:sp>
        <p:nvSpPr>
          <p:cNvPr id="5" name="Footer Placeholder 4">
            <a:extLst>
              <a:ext uri="{FF2B5EF4-FFF2-40B4-BE49-F238E27FC236}">
                <a16:creationId xmlns:a16="http://schemas.microsoft.com/office/drawing/2014/main" id="{437106D7-F25C-47BB-2611-089736A84EF9}"/>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FE811E5-1590-562C-784B-5F2A1B3D365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5858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F6F91-B629-DA42-57EF-31DA782B6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ECB1-08ED-AF18-FDF8-8FE7F9F7D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CC7C5D-06B8-2007-9878-FF4B74A5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15-09-2026</a:t>
            </a:fld>
            <a:endParaRPr lang="en-IN"/>
          </a:p>
        </p:txBody>
      </p:sp>
      <p:sp>
        <p:nvSpPr>
          <p:cNvPr id="5" name="Footer Placeholder 4">
            <a:extLst>
              <a:ext uri="{FF2B5EF4-FFF2-40B4-BE49-F238E27FC236}">
                <a16:creationId xmlns:a16="http://schemas.microsoft.com/office/drawing/2014/main" id="{0638ADC9-EB89-D372-7DE5-F164AC424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a:extLst>
              <a:ext uri="{FF2B5EF4-FFF2-40B4-BE49-F238E27FC236}">
                <a16:creationId xmlns:a16="http://schemas.microsoft.com/office/drawing/2014/main" id="{454E92DD-B99B-9C26-E756-4CB70ABD4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extLst>
      <p:ext uri="{BB962C8B-B14F-4D97-AF65-F5344CB8AC3E}">
        <p14:creationId xmlns:p14="http://schemas.microsoft.com/office/powerpoint/2010/main" val="2166726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15-09-2026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732772"/>
            <a:ext cx="9822608" cy="954107"/>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5038626" y="3102396"/>
            <a:ext cx="2114746"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 AIM-A14 </a:t>
            </a:r>
          </a:p>
        </p:txBody>
      </p:sp>
      <p:sp>
        <p:nvSpPr>
          <p:cNvPr id="9" name="TextBox 8"/>
          <p:cNvSpPr txBox="1"/>
          <p:nvPr/>
        </p:nvSpPr>
        <p:spPr>
          <a:xfrm>
            <a:off x="1757756" y="4841655"/>
            <a:ext cx="3216971"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Mrs. B. Lalitha Rajeswari</a:t>
            </a:r>
          </a:p>
          <a:p>
            <a:pPr algn="ctr"/>
            <a:r>
              <a:rPr lang="en-IN" dirty="0">
                <a:latin typeface="Times New Roman" panose="02020603050405020304" pitchFamily="18" charset="0"/>
                <a:cs typeface="Times New Roman" panose="02020603050405020304" pitchFamily="18" charset="0"/>
              </a:rPr>
              <a:t>Assistant Professor, CSM, VVIT</a:t>
            </a: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6223548" y="4936546"/>
            <a:ext cx="2825562"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Student 1 – 23BQ1A6129</a:t>
            </a:r>
          </a:p>
          <a:p>
            <a:r>
              <a:rPr lang="en-IN" dirty="0">
                <a:latin typeface="Times New Roman" panose="02020603050405020304" pitchFamily="18" charset="0"/>
                <a:cs typeface="Times New Roman" panose="02020603050405020304" pitchFamily="18" charset="0"/>
              </a:rPr>
              <a:t>Student 2 – 23BQ1A6136</a:t>
            </a:r>
          </a:p>
        </p:txBody>
      </p:sp>
      <p:sp>
        <p:nvSpPr>
          <p:cNvPr id="13" name="TextBox 12"/>
          <p:cNvSpPr txBox="1"/>
          <p:nvPr/>
        </p:nvSpPr>
        <p:spPr>
          <a:xfrm>
            <a:off x="9208286" y="4936546"/>
            <a:ext cx="2678913"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Student 3 – 23BQ1A6123</a:t>
            </a:r>
          </a:p>
          <a:p>
            <a:r>
              <a:rPr lang="en-IN" dirty="0">
                <a:latin typeface="Times New Roman" panose="02020603050405020304" pitchFamily="18" charset="0"/>
                <a:cs typeface="Times New Roman" panose="02020603050405020304" pitchFamily="18" charset="0"/>
              </a:rPr>
              <a:t>Student 4 – 24BQ5A6125</a:t>
            </a:r>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rgbClr val="E77E32"/>
                </a:solidFill>
              </a:rPr>
              <a:t>Dept. CSM @ VVIT</a:t>
            </a:r>
          </a:p>
        </p:txBody>
      </p:sp>
    </p:spTree>
    <p:extLst>
      <p:ext uri="{BB962C8B-B14F-4D97-AF65-F5344CB8AC3E}">
        <p14:creationId xmlns:p14="http://schemas.microsoft.com/office/powerpoint/2010/main" val="501989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2"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335901" y="877163"/>
            <a:ext cx="1172016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6" name="TextBox 5">
            <a:extLst>
              <a:ext uri="{FF2B5EF4-FFF2-40B4-BE49-F238E27FC236}">
                <a16:creationId xmlns:a16="http://schemas.microsoft.com/office/drawing/2014/main" id="{75251D25-EBC6-74BC-5AE1-57FC2AFA85B4}"/>
              </a:ext>
            </a:extLst>
          </p:cNvPr>
          <p:cNvSpPr txBox="1"/>
          <p:nvPr/>
        </p:nvSpPr>
        <p:spPr>
          <a:xfrm>
            <a:off x="522513" y="1548881"/>
            <a:ext cx="10704930" cy="419755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In an ideal Swarm Learning environment, participating nodes should securely contribute to a global model while accurately distinguishing malicious poisoning updates from legitimate updates generated by honest participants. However, existing detection approaches that rely primarily on update similarity may incorrectly identify honest participants as malicious when their local data distributions are Non-IID, while sophisticated malicious updates may remain undetected. This can increase the false positive rate, attack success rate, and degradation of global model accuracy. Therefore, an effective mechanism is required to evaluate participant contribution and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characteristics using multiple factors such as contribution, validation performance, update magnitude, similarity, and historical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thereby improving poisoning detection while preserving the contributions of honest Non-IID participants.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44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438582"/>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a:extLst>
              <a:ext uri="{FF2B5EF4-FFF2-40B4-BE49-F238E27FC236}">
                <a16:creationId xmlns:a16="http://schemas.microsoft.com/office/drawing/2014/main" id="{443B659C-218F-2BFA-6448-F5CDA36E8C3F}"/>
              </a:ext>
            </a:extLst>
          </p:cNvPr>
          <p:cNvSpPr txBox="1"/>
          <p:nvPr/>
        </p:nvSpPr>
        <p:spPr>
          <a:xfrm>
            <a:off x="498987" y="1771693"/>
            <a:ext cx="10658276" cy="295106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gradient fingerprinting characterizes client updates using cosine similarity, peer similarity, gradient norm, sign consistency, and contribution.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Client contribution assessment evaluates the functional impact of each update on the global model.</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trust-aware aggregation mechanism combines these signals to assign adaptive trust weights.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 weights reduce the influence of malicious or unreliable updates during aggregation.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framework improves Byzantine robustness under Non-IID data while maintaining model performance.</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Experiments demonstrate improved robustness against multiple poisoning attacks.</a:t>
            </a:r>
          </a:p>
        </p:txBody>
      </p:sp>
    </p:spTree>
    <p:extLst>
      <p:ext uri="{BB962C8B-B14F-4D97-AF65-F5344CB8AC3E}">
        <p14:creationId xmlns:p14="http://schemas.microsoft.com/office/powerpoint/2010/main" val="282606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a:extLst>
              <a:ext uri="{FF2B5EF4-FFF2-40B4-BE49-F238E27FC236}">
                <a16:creationId xmlns:a16="http://schemas.microsoft.com/office/drawing/2014/main" id="{4E7EB39A-5CA6-E08B-D60D-DB84BE33FF7C}"/>
              </a:ext>
            </a:extLst>
          </p:cNvPr>
          <p:cNvSpPr txBox="1"/>
          <p:nvPr/>
        </p:nvSpPr>
        <p:spPr>
          <a:xfrm>
            <a:off x="498987" y="1795477"/>
            <a:ext cx="8744702" cy="2951064"/>
          </a:xfrm>
          <a:prstGeom prst="rect">
            <a:avLst/>
          </a:prstGeom>
          <a:noFill/>
        </p:spPr>
        <p:txBody>
          <a:bodyPr wrap="non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Datasets: MNIST, CIFAR-10, Alzheimer’s MRI, and OASIS MRI.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3-layer CNN for MNIST; ResNet-18 for CIFAR-10 and MRI datasets.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split: 80% training and 20% testing across clients.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Non-IID setting: Dirichlet-based heterogeneous data distribution.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Federation: Up to 50 clients and 25–30 communication rounds.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Attacks: Scaling, partial scaling, sign-flipping, Gaussian noise, and label-flipping attacks.</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6127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a:extLst>
              <a:ext uri="{FF2B5EF4-FFF2-40B4-BE49-F238E27FC236}">
                <a16:creationId xmlns:a16="http://schemas.microsoft.com/office/drawing/2014/main" id="{DD83193D-CB00-807D-021F-9E990C86950E}"/>
              </a:ext>
            </a:extLst>
          </p:cNvPr>
          <p:cNvSpPr txBox="1"/>
          <p:nvPr/>
        </p:nvSpPr>
        <p:spPr>
          <a:xfrm>
            <a:off x="498987" y="1777465"/>
            <a:ext cx="7992765" cy="2951064"/>
          </a:xfrm>
          <a:prstGeom prst="rect">
            <a:avLst/>
          </a:prstGeom>
          <a:noFill/>
        </p:spPr>
        <p:txBody>
          <a:bodyPr wrap="non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Improved robustness against five types of Byzantine poisoning attacks.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Higher global accuracy compared with </a:t>
            </a:r>
            <a:r>
              <a:rPr lang="en-IN" dirty="0" err="1">
                <a:latin typeface="Times New Roman" panose="02020603050405020304" pitchFamily="18" charset="0"/>
                <a:cs typeface="Times New Roman" panose="02020603050405020304" pitchFamily="18" charset="0"/>
              </a:rPr>
              <a:t>FedAvg</a:t>
            </a:r>
            <a:r>
              <a:rPr lang="en-IN" dirty="0">
                <a:latin typeface="Times New Roman" panose="02020603050405020304" pitchFamily="18" charset="0"/>
                <a:cs typeface="Times New Roman" panose="02020603050405020304" pitchFamily="18" charset="0"/>
              </a:rPr>
              <a:t> and other baseline </a:t>
            </a:r>
            <a:r>
              <a:rPr lang="en-IN" dirty="0" err="1">
                <a:latin typeface="Times New Roman" panose="02020603050405020304" pitchFamily="18" charset="0"/>
                <a:cs typeface="Times New Roman" panose="02020603050405020304" pitchFamily="18" charset="0"/>
              </a:rPr>
              <a:t>defenses</a:t>
            </a:r>
            <a:r>
              <a:rPr lang="en-IN"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Effective under Non-IID data with heterogeneous client distributions.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Trust-based aggregation successfully reduces the influence of malicious updates.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Shapley contribution was identified as the most impactful component.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Achieved 10.4% computational overhead with scalability up to 50 clients. </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4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2517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a:extLst>
              <a:ext uri="{FF2B5EF4-FFF2-40B4-BE49-F238E27FC236}">
                <a16:creationId xmlns:a16="http://schemas.microsoft.com/office/drawing/2014/main" id="{B47D873F-2675-48FA-9F7E-A1E8E42159F4}"/>
              </a:ext>
            </a:extLst>
          </p:cNvPr>
          <p:cNvSpPr txBox="1"/>
          <p:nvPr/>
        </p:nvSpPr>
        <p:spPr>
          <a:xfrm>
            <a:off x="393386" y="2186863"/>
            <a:ext cx="5274856" cy="4613058"/>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detection provides comprehensive client assessment.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Adaptive trust scoring adjusts to changing client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Robust under Non-IID data and heterogeneous distributions.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Trust-weighted aggregation limits malicious update influence.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Evaluated against multiple attacks and strong baselines. </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2B823EA-D7D1-B9C2-D833-FBB1F128A9AC}"/>
              </a:ext>
            </a:extLst>
          </p:cNvPr>
          <p:cNvSpPr txBox="1"/>
          <p:nvPr/>
        </p:nvSpPr>
        <p:spPr>
          <a:xfrm>
            <a:off x="6354147" y="2211151"/>
            <a:ext cx="5346362" cy="4197559"/>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effectiveness: The impact of individual signals varies across attack types.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Adaptive attacks: More investigation is needed against attackers that manipulate multiple trust signals.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Subtle attacks: Some attacks, such as sign-flipping, remain difficult to detect in certain settings.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Non-IID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The interaction between data heterogeneity and adversarial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needs further study.</a:t>
            </a:r>
          </a:p>
        </p:txBody>
      </p:sp>
    </p:spTree>
    <p:extLst>
      <p:ext uri="{BB962C8B-B14F-4D97-AF65-F5344CB8AC3E}">
        <p14:creationId xmlns:p14="http://schemas.microsoft.com/office/powerpoint/2010/main" val="342158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a:extLst>
              <a:ext uri="{FF2B5EF4-FFF2-40B4-BE49-F238E27FC236}">
                <a16:creationId xmlns:a16="http://schemas.microsoft.com/office/drawing/2014/main" id="{1CD3A0C9-1232-2321-5566-DFD4F576ABFD}"/>
              </a:ext>
            </a:extLst>
          </p:cNvPr>
          <p:cNvSpPr txBox="1"/>
          <p:nvPr/>
        </p:nvSpPr>
        <p:spPr>
          <a:xfrm>
            <a:off x="482400" y="1634278"/>
            <a:ext cx="10745043" cy="2951064"/>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multi-signal trust-based approach relevant to poisoning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that client contribution can complement similarity-based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Addresses Non-IID data, which is a key concern in our project.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the use of trust-weighted aggregation to reduce malicious influence.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Our project extends this direction by focusing on Leave-One-Out contribution and reducing false positives for honest Non-IID participants.</a:t>
            </a: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59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266901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398191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3167751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Deep Learning-Based  .......................................</a:t>
            </a:r>
            <a:br>
              <a:rPr lang="en-US" sz="1400" dirty="0"/>
            </a:br>
            <a:r>
              <a:rPr lang="en-US" sz="1400" i="1" dirty="0"/>
              <a:t>Author et al., 2024 | IEEE Transactions on Medical Imaging</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175388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16602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1997796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20409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87751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br>
              <a:rPr lang="en-US" sz="1400" dirty="0"/>
            </a:br>
            <a:r>
              <a:rPr lang="en-US" sz="1400" i="1" dirty="0"/>
              <a:t>Author et al., 2024 | IEEE Transactions on Medical Imaging</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2598163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br>
              <a:rPr lang="en-US" sz="1400" dirty="0"/>
            </a:br>
            <a:r>
              <a:rPr lang="en-US" sz="1400" i="1" dirty="0"/>
              <a:t>Author et al., 2024 | IEEE Transactions on Medical Imaging</a:t>
            </a:r>
            <a:endParaRPr lang="en-IN" sz="1400" dirty="0"/>
          </a:p>
        </p:txBody>
      </p:sp>
    </p:spTree>
    <p:extLst>
      <p:ext uri="{BB962C8B-B14F-4D97-AF65-F5344CB8AC3E}">
        <p14:creationId xmlns:p14="http://schemas.microsoft.com/office/powerpoint/2010/main" val="3867205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 - Summary</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graphicFrame>
        <p:nvGraphicFramePr>
          <p:cNvPr id="7" name="Table 6"/>
          <p:cNvGraphicFramePr>
            <a:graphicFrameLocks noGrp="1"/>
          </p:cNvGraphicFramePr>
          <p:nvPr>
            <p:extLst>
              <p:ext uri="{D42A27DB-BD31-4B8C-83A1-F6EECF244321}">
                <p14:modId xmlns:p14="http://schemas.microsoft.com/office/powerpoint/2010/main" val="537275194"/>
              </p:ext>
            </p:extLst>
          </p:nvPr>
        </p:nvGraphicFramePr>
        <p:xfrm>
          <a:off x="582592" y="1437294"/>
          <a:ext cx="10887920" cy="3643990"/>
        </p:xfrm>
        <a:graphic>
          <a:graphicData uri="http://schemas.openxmlformats.org/drawingml/2006/table">
            <a:tbl>
              <a:tblPr firstRow="1" bandRow="1">
                <a:tableStyleId>{5940675A-B579-460E-94D1-54222C63F5DA}</a:tableStyleId>
              </a:tblPr>
              <a:tblGrid>
                <a:gridCol w="1859666">
                  <a:extLst>
                    <a:ext uri="{9D8B030D-6E8A-4147-A177-3AD203B41FA5}">
                      <a16:colId xmlns:a16="http://schemas.microsoft.com/office/drawing/2014/main" val="20000"/>
                    </a:ext>
                  </a:extLst>
                </a:gridCol>
                <a:gridCol w="1632031">
                  <a:extLst>
                    <a:ext uri="{9D8B030D-6E8A-4147-A177-3AD203B41FA5}">
                      <a16:colId xmlns:a16="http://schemas.microsoft.com/office/drawing/2014/main" val="20001"/>
                    </a:ext>
                  </a:extLst>
                </a:gridCol>
                <a:gridCol w="3041055">
                  <a:extLst>
                    <a:ext uri="{9D8B030D-6E8A-4147-A177-3AD203B41FA5}">
                      <a16:colId xmlns:a16="http://schemas.microsoft.com/office/drawing/2014/main" val="20002"/>
                    </a:ext>
                  </a:extLst>
                </a:gridCol>
                <a:gridCol w="2177584">
                  <a:extLst>
                    <a:ext uri="{9D8B030D-6E8A-4147-A177-3AD203B41FA5}">
                      <a16:colId xmlns:a16="http://schemas.microsoft.com/office/drawing/2014/main" val="20003"/>
                    </a:ext>
                  </a:extLst>
                </a:gridCol>
                <a:gridCol w="2177584">
                  <a:extLst>
                    <a:ext uri="{9D8B030D-6E8A-4147-A177-3AD203B41FA5}">
                      <a16:colId xmlns:a16="http://schemas.microsoft.com/office/drawing/2014/main" val="20004"/>
                    </a:ext>
                  </a:extLst>
                </a:gridCol>
              </a:tblGrid>
              <a:tr h="728798">
                <a:tc>
                  <a:txBody>
                    <a:bodyPr/>
                    <a:lstStyle/>
                    <a:p>
                      <a:pPr algn="ctr"/>
                      <a:r>
                        <a:rPr lang="en-IN" dirty="0">
                          <a:latin typeface="Times New Roman" panose="02020603050405020304" pitchFamily="18" charset="0"/>
                          <a:cs typeface="Times New Roman" panose="02020603050405020304" pitchFamily="18" charset="0"/>
                        </a:rPr>
                        <a:t>Reference</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Year</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Main Idea</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Strengths</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Limitations</a:t>
                      </a:r>
                    </a:p>
                  </a:txBody>
                  <a:tcPr anchor="ctr">
                    <a:solidFill>
                      <a:schemeClr val="bg1">
                        <a:lumMod val="85000"/>
                      </a:schemeClr>
                    </a:solidFill>
                  </a:tcPr>
                </a:tc>
                <a:extLst>
                  <a:ext uri="{0D108BD9-81ED-4DB2-BD59-A6C34878D82A}">
                    <a16:rowId xmlns:a16="http://schemas.microsoft.com/office/drawing/2014/main" val="10000"/>
                  </a:ext>
                </a:extLst>
              </a:tr>
              <a:tr h="728798">
                <a:tc>
                  <a:txBody>
                    <a:bodyPr/>
                    <a:lstStyle/>
                    <a:p>
                      <a:r>
                        <a:rPr lang="en-IN" dirty="0">
                          <a:latin typeface="Times New Roman" panose="02020603050405020304" pitchFamily="18" charset="0"/>
                          <a:cs typeface="Times New Roman" panose="02020603050405020304" pitchFamily="18" charset="0"/>
                        </a:rPr>
                        <a:t>Author et al</a:t>
                      </a:r>
                    </a:p>
                  </a:txBody>
                  <a:tcPr anchor="ctr"/>
                </a:tc>
                <a:tc>
                  <a:txBody>
                    <a:bodyPr/>
                    <a:lstStyle/>
                    <a:p>
                      <a:pPr algn="ctr"/>
                      <a:r>
                        <a:rPr lang="en-IN" dirty="0">
                          <a:latin typeface="Times New Roman" panose="02020603050405020304" pitchFamily="18" charset="0"/>
                          <a:cs typeface="Times New Roman" panose="02020603050405020304" pitchFamily="18" charset="0"/>
                        </a:rPr>
                        <a:t>2024</a:t>
                      </a:r>
                    </a:p>
                  </a:txBody>
                  <a:tcPr anchor="ctr"/>
                </a:tc>
                <a:tc>
                  <a:txBody>
                    <a:bodyPr/>
                    <a:lstStyle/>
                    <a:p>
                      <a:endParaRPr lang="en-IN" dirty="0">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728798">
                <a:tc>
                  <a:txBody>
                    <a:bodyPr/>
                    <a:lstStyle/>
                    <a:p>
                      <a:r>
                        <a:rPr lang="en-IN" dirty="0">
                          <a:latin typeface="Times New Roman" panose="02020603050405020304" pitchFamily="18" charset="0"/>
                          <a:cs typeface="Times New Roman" panose="02020603050405020304" pitchFamily="18" charset="0"/>
                        </a:rPr>
                        <a:t>Author et al</a:t>
                      </a:r>
                    </a:p>
                  </a:txBody>
                  <a:tcPr anchor="ctr"/>
                </a:tc>
                <a:tc>
                  <a:txBody>
                    <a:bodyPr/>
                    <a:lstStyle/>
                    <a:p>
                      <a:pPr algn="ctr"/>
                      <a:r>
                        <a:rPr lang="en-IN" dirty="0">
                          <a:latin typeface="Times New Roman" panose="02020603050405020304" pitchFamily="18" charset="0"/>
                          <a:cs typeface="Times New Roman" panose="02020603050405020304" pitchFamily="18" charset="0"/>
                        </a:rPr>
                        <a:t>2025</a:t>
                      </a: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728798">
                <a:tc>
                  <a:txBody>
                    <a:bodyPr/>
                    <a:lstStyle/>
                    <a:p>
                      <a:r>
                        <a:rPr lang="en-IN" dirty="0">
                          <a:latin typeface="Times New Roman" panose="02020603050405020304" pitchFamily="18" charset="0"/>
                          <a:cs typeface="Times New Roman" panose="02020603050405020304" pitchFamily="18" charset="0"/>
                        </a:rPr>
                        <a:t>Author et al</a:t>
                      </a:r>
                    </a:p>
                  </a:txBody>
                  <a:tcPr anchor="ctr"/>
                </a:tc>
                <a:tc>
                  <a:txBody>
                    <a:bodyPr/>
                    <a:lstStyle/>
                    <a:p>
                      <a:pPr algn="ctr"/>
                      <a:r>
                        <a:rPr lang="en-IN" dirty="0">
                          <a:latin typeface="Times New Roman" panose="02020603050405020304" pitchFamily="18" charset="0"/>
                          <a:cs typeface="Times New Roman" panose="02020603050405020304" pitchFamily="18" charset="0"/>
                        </a:rPr>
                        <a:t>2025</a:t>
                      </a: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728798">
                <a:tc>
                  <a:txBody>
                    <a:bodyPr/>
                    <a:lstStyle/>
                    <a:p>
                      <a:r>
                        <a:rPr lang="en-IN" dirty="0">
                          <a:latin typeface="Times New Roman" panose="02020603050405020304" pitchFamily="18" charset="0"/>
                          <a:cs typeface="Times New Roman" panose="02020603050405020304" pitchFamily="18" charset="0"/>
                        </a:rPr>
                        <a:t>Author et al</a:t>
                      </a:r>
                    </a:p>
                  </a:txBody>
                  <a:tcPr anchor="ctr"/>
                </a:tc>
                <a:tc>
                  <a:txBody>
                    <a:bodyPr/>
                    <a:lstStyle/>
                    <a:p>
                      <a:pPr algn="ctr"/>
                      <a:r>
                        <a:rPr lang="en-IN" dirty="0">
                          <a:latin typeface="Times New Roman" panose="02020603050405020304" pitchFamily="18" charset="0"/>
                          <a:cs typeface="Times New Roman" panose="02020603050405020304" pitchFamily="18" charset="0"/>
                        </a:rPr>
                        <a:t>2026</a:t>
                      </a: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a:latin typeface="Times New Roman" panose="02020603050405020304" pitchFamily="18" charset="0"/>
                        <a:cs typeface="Times New Roman" panose="02020603050405020304" pitchFamily="18" charset="0"/>
                      </a:endParaRPr>
                    </a:p>
                  </a:txBody>
                  <a:tcPr anchor="ctr"/>
                </a:tc>
                <a:tc>
                  <a:txBody>
                    <a:bodyPr/>
                    <a:lstStyle/>
                    <a:p>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8585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15-09-2026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Review – 1 </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1322043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TotalTime>
  <Words>2023</Words>
  <Application>Microsoft Office PowerPoint</Application>
  <PresentationFormat>Widescreen</PresentationFormat>
  <Paragraphs>283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Harsha Vardhan</cp:lastModifiedBy>
  <cp:revision>46</cp:revision>
  <dcterms:created xsi:type="dcterms:W3CDTF">2023-07-18T12:47:32Z</dcterms:created>
  <dcterms:modified xsi:type="dcterms:W3CDTF">2026-09-15T11:52:48Z</dcterms:modified>
</cp:coreProperties>
</file>